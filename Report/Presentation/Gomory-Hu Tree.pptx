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85" r:id="rId4"/>
    <p:sldId id="286" r:id="rId5"/>
    <p:sldId id="295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1" r:id="rId15"/>
    <p:sldId id="322" r:id="rId16"/>
    <p:sldId id="324" r:id="rId17"/>
    <p:sldId id="323" r:id="rId18"/>
    <p:sldId id="329" r:id="rId19"/>
    <p:sldId id="325" r:id="rId20"/>
    <p:sldId id="326" r:id="rId21"/>
    <p:sldId id="327" r:id="rId22"/>
    <p:sldId id="328" r:id="rId23"/>
    <p:sldId id="312" r:id="rId24"/>
    <p:sldId id="282" r:id="rId25"/>
    <p:sldId id="27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20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AF64F9-1346-480D-B9E5-CFC425612239}" v="358" dt="2026-05-09T02:38:35.6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ham Chakraborty" userId="364f2e957466cda3" providerId="LiveId" clId="{3F7EBD50-DD30-4669-AEF2-C54354361AD0}"/>
    <pc:docChg chg="undo redo custSel addSld delSld modSld sldOrd">
      <pc:chgData name="Soham Chakraborty" userId="364f2e957466cda3" providerId="LiveId" clId="{3F7EBD50-DD30-4669-AEF2-C54354361AD0}" dt="2026-05-09T02:37:12.516" v="6404" actId="1076"/>
      <pc:docMkLst>
        <pc:docMk/>
      </pc:docMkLst>
      <pc:sldChg chg="modSp mod">
        <pc:chgData name="Soham Chakraborty" userId="364f2e957466cda3" providerId="LiveId" clId="{3F7EBD50-DD30-4669-AEF2-C54354361AD0}" dt="2026-05-08T19:15:02.965" v="277" actId="1076"/>
        <pc:sldMkLst>
          <pc:docMk/>
          <pc:sldMk cId="3807654702" sldId="256"/>
        </pc:sldMkLst>
        <pc:spChg chg="mod">
          <ac:chgData name="Soham Chakraborty" userId="364f2e957466cda3" providerId="LiveId" clId="{3F7EBD50-DD30-4669-AEF2-C54354361AD0}" dt="2026-05-08T19:15:02.965" v="277" actId="1076"/>
          <ac:spMkLst>
            <pc:docMk/>
            <pc:sldMk cId="3807654702" sldId="256"/>
            <ac:spMk id="2" creationId="{93266C98-DD00-AC32-BE18-5FF14CBCF2B5}"/>
          </ac:spMkLst>
        </pc:spChg>
      </pc:sldChg>
      <pc:sldChg chg="modSp mod">
        <pc:chgData name="Soham Chakraborty" userId="364f2e957466cda3" providerId="LiveId" clId="{3F7EBD50-DD30-4669-AEF2-C54354361AD0}" dt="2026-05-08T19:04:19.535" v="93" actId="20577"/>
        <pc:sldMkLst>
          <pc:docMk/>
          <pc:sldMk cId="2473535668" sldId="257"/>
        </pc:sldMkLst>
        <pc:spChg chg="mod">
          <ac:chgData name="Soham Chakraborty" userId="364f2e957466cda3" providerId="LiveId" clId="{3F7EBD50-DD30-4669-AEF2-C54354361AD0}" dt="2026-05-08T19:04:19.535" v="93" actId="20577"/>
          <ac:spMkLst>
            <pc:docMk/>
            <pc:sldMk cId="2473535668" sldId="257"/>
            <ac:spMk id="10" creationId="{4CD9A8F9-CB81-F53A-233E-BE6B3DDE209E}"/>
          </ac:spMkLst>
        </pc:spChg>
      </pc:sldChg>
      <pc:sldChg chg="del">
        <pc:chgData name="Soham Chakraborty" userId="364f2e957466cda3" providerId="LiveId" clId="{3F7EBD50-DD30-4669-AEF2-C54354361AD0}" dt="2026-05-08T18:46:21.254" v="0" actId="47"/>
        <pc:sldMkLst>
          <pc:docMk/>
          <pc:sldMk cId="2967709015" sldId="258"/>
        </pc:sldMkLst>
      </pc:sldChg>
      <pc:sldChg chg="modSp mod">
        <pc:chgData name="Soham Chakraborty" userId="364f2e957466cda3" providerId="LiveId" clId="{3F7EBD50-DD30-4669-AEF2-C54354361AD0}" dt="2026-05-09T02:37:12.516" v="6404" actId="1076"/>
        <pc:sldMkLst>
          <pc:docMk/>
          <pc:sldMk cId="1858761297" sldId="282"/>
        </pc:sldMkLst>
        <pc:spChg chg="mod">
          <ac:chgData name="Soham Chakraborty" userId="364f2e957466cda3" providerId="LiveId" clId="{3F7EBD50-DD30-4669-AEF2-C54354361AD0}" dt="2026-05-09T02:37:12.516" v="6404" actId="1076"/>
          <ac:spMkLst>
            <pc:docMk/>
            <pc:sldMk cId="1858761297" sldId="282"/>
            <ac:spMk id="10" creationId="{4CD9A8F9-CB81-F53A-233E-BE6B3DDE209E}"/>
          </ac:spMkLst>
        </pc:spChg>
      </pc:sldChg>
      <pc:sldChg chg="modSp mod">
        <pc:chgData name="Soham Chakraborty" userId="364f2e957466cda3" providerId="LiveId" clId="{3F7EBD50-DD30-4669-AEF2-C54354361AD0}" dt="2026-05-08T19:19:00.311" v="403" actId="20577"/>
        <pc:sldMkLst>
          <pc:docMk/>
          <pc:sldMk cId="2800149096" sldId="285"/>
        </pc:sldMkLst>
        <pc:spChg chg="mod">
          <ac:chgData name="Soham Chakraborty" userId="364f2e957466cda3" providerId="LiveId" clId="{3F7EBD50-DD30-4669-AEF2-C54354361AD0}" dt="2026-05-08T19:19:00.311" v="403" actId="20577"/>
          <ac:spMkLst>
            <pc:docMk/>
            <pc:sldMk cId="2800149096" sldId="285"/>
            <ac:spMk id="2" creationId="{FA1B689F-3054-9E38-F61B-89D5E0E94A1B}"/>
          </ac:spMkLst>
        </pc:spChg>
      </pc:sldChg>
      <pc:sldChg chg="del">
        <pc:chgData name="Soham Chakraborty" userId="364f2e957466cda3" providerId="LiveId" clId="{3F7EBD50-DD30-4669-AEF2-C54354361AD0}" dt="2026-05-08T18:46:22.723" v="1" actId="47"/>
        <pc:sldMkLst>
          <pc:docMk/>
          <pc:sldMk cId="2617818826" sldId="287"/>
        </pc:sldMkLst>
      </pc:sldChg>
      <pc:sldChg chg="del">
        <pc:chgData name="Soham Chakraborty" userId="364f2e957466cda3" providerId="LiveId" clId="{3F7EBD50-DD30-4669-AEF2-C54354361AD0}" dt="2026-05-08T18:46:23.317" v="2" actId="47"/>
        <pc:sldMkLst>
          <pc:docMk/>
          <pc:sldMk cId="859818612" sldId="288"/>
        </pc:sldMkLst>
      </pc:sldChg>
      <pc:sldChg chg="del">
        <pc:chgData name="Soham Chakraborty" userId="364f2e957466cda3" providerId="LiveId" clId="{3F7EBD50-DD30-4669-AEF2-C54354361AD0}" dt="2026-05-08T18:46:23.974" v="3" actId="47"/>
        <pc:sldMkLst>
          <pc:docMk/>
          <pc:sldMk cId="4287837279" sldId="291"/>
        </pc:sldMkLst>
      </pc:sldChg>
      <pc:sldChg chg="del">
        <pc:chgData name="Soham Chakraborty" userId="364f2e957466cda3" providerId="LiveId" clId="{3F7EBD50-DD30-4669-AEF2-C54354361AD0}" dt="2026-05-08T18:46:25.209" v="5" actId="47"/>
        <pc:sldMkLst>
          <pc:docMk/>
          <pc:sldMk cId="3864729160" sldId="292"/>
        </pc:sldMkLst>
      </pc:sldChg>
      <pc:sldChg chg="del">
        <pc:chgData name="Soham Chakraborty" userId="364f2e957466cda3" providerId="LiveId" clId="{3F7EBD50-DD30-4669-AEF2-C54354361AD0}" dt="2026-05-08T18:46:25.693" v="6" actId="47"/>
        <pc:sldMkLst>
          <pc:docMk/>
          <pc:sldMk cId="2339248733" sldId="293"/>
        </pc:sldMkLst>
      </pc:sldChg>
      <pc:sldChg chg="del">
        <pc:chgData name="Soham Chakraborty" userId="364f2e957466cda3" providerId="LiveId" clId="{3F7EBD50-DD30-4669-AEF2-C54354361AD0}" dt="2026-05-08T18:46:26.662" v="7" actId="47"/>
        <pc:sldMkLst>
          <pc:docMk/>
          <pc:sldMk cId="2324766107" sldId="294"/>
        </pc:sldMkLst>
      </pc:sldChg>
      <pc:sldChg chg="modSp mod">
        <pc:chgData name="Soham Chakraborty" userId="364f2e957466cda3" providerId="LiveId" clId="{3F7EBD50-DD30-4669-AEF2-C54354361AD0}" dt="2026-05-09T01:44:35.722" v="5708" actId="404"/>
        <pc:sldMkLst>
          <pc:docMk/>
          <pc:sldMk cId="2687974895" sldId="295"/>
        </pc:sldMkLst>
        <pc:spChg chg="mod">
          <ac:chgData name="Soham Chakraborty" userId="364f2e957466cda3" providerId="LiveId" clId="{3F7EBD50-DD30-4669-AEF2-C54354361AD0}" dt="2026-05-08T19:04:48.457" v="118" actId="20577"/>
          <ac:spMkLst>
            <pc:docMk/>
            <pc:sldMk cId="2687974895" sldId="295"/>
            <ac:spMk id="2" creationId="{5D44AD45-1057-D66B-6209-1EE38799A7F0}"/>
          </ac:spMkLst>
        </pc:spChg>
        <pc:spChg chg="mod">
          <ac:chgData name="Soham Chakraborty" userId="364f2e957466cda3" providerId="LiveId" clId="{3F7EBD50-DD30-4669-AEF2-C54354361AD0}" dt="2026-05-09T01:44:35.722" v="5708" actId="404"/>
          <ac:spMkLst>
            <pc:docMk/>
            <pc:sldMk cId="2687974895" sldId="295"/>
            <ac:spMk id="10" creationId="{8D88C11C-DF1C-4B5F-1536-DA0338BA5EC2}"/>
          </ac:spMkLst>
        </pc:spChg>
      </pc:sldChg>
      <pc:sldChg chg="del">
        <pc:chgData name="Soham Chakraborty" userId="364f2e957466cda3" providerId="LiveId" clId="{3F7EBD50-DD30-4669-AEF2-C54354361AD0}" dt="2026-05-08T18:53:59.804" v="51" actId="47"/>
        <pc:sldMkLst>
          <pc:docMk/>
          <pc:sldMk cId="2372014089" sldId="296"/>
        </pc:sldMkLst>
      </pc:sldChg>
      <pc:sldChg chg="del">
        <pc:chgData name="Soham Chakraborty" userId="364f2e957466cda3" providerId="LiveId" clId="{3F7EBD50-DD30-4669-AEF2-C54354361AD0}" dt="2026-05-08T18:54:06.389" v="54" actId="47"/>
        <pc:sldMkLst>
          <pc:docMk/>
          <pc:sldMk cId="2188452272" sldId="297"/>
        </pc:sldMkLst>
      </pc:sldChg>
      <pc:sldChg chg="del">
        <pc:chgData name="Soham Chakraborty" userId="364f2e957466cda3" providerId="LiveId" clId="{3F7EBD50-DD30-4669-AEF2-C54354361AD0}" dt="2026-05-08T18:54:03.261" v="53" actId="47"/>
        <pc:sldMkLst>
          <pc:docMk/>
          <pc:sldMk cId="518791296" sldId="299"/>
        </pc:sldMkLst>
      </pc:sldChg>
      <pc:sldChg chg="del">
        <pc:chgData name="Soham Chakraborty" userId="364f2e957466cda3" providerId="LiveId" clId="{3F7EBD50-DD30-4669-AEF2-C54354361AD0}" dt="2026-05-08T18:54:07.077" v="55" actId="47"/>
        <pc:sldMkLst>
          <pc:docMk/>
          <pc:sldMk cId="890541673" sldId="300"/>
        </pc:sldMkLst>
      </pc:sldChg>
      <pc:sldChg chg="del">
        <pc:chgData name="Soham Chakraborty" userId="364f2e957466cda3" providerId="LiveId" clId="{3F7EBD50-DD30-4669-AEF2-C54354361AD0}" dt="2026-05-08T18:54:07.780" v="56" actId="47"/>
        <pc:sldMkLst>
          <pc:docMk/>
          <pc:sldMk cId="1541909021" sldId="301"/>
        </pc:sldMkLst>
      </pc:sldChg>
      <pc:sldChg chg="del">
        <pc:chgData name="Soham Chakraborty" userId="364f2e957466cda3" providerId="LiveId" clId="{3F7EBD50-DD30-4669-AEF2-C54354361AD0}" dt="2026-05-08T18:54:09.641" v="57" actId="47"/>
        <pc:sldMkLst>
          <pc:docMk/>
          <pc:sldMk cId="929228000" sldId="302"/>
        </pc:sldMkLst>
      </pc:sldChg>
      <pc:sldChg chg="del">
        <pc:chgData name="Soham Chakraborty" userId="364f2e957466cda3" providerId="LiveId" clId="{3F7EBD50-DD30-4669-AEF2-C54354361AD0}" dt="2026-05-08T18:54:11.254" v="59" actId="47"/>
        <pc:sldMkLst>
          <pc:docMk/>
          <pc:sldMk cId="1821936915" sldId="303"/>
        </pc:sldMkLst>
      </pc:sldChg>
      <pc:sldChg chg="del">
        <pc:chgData name="Soham Chakraborty" userId="364f2e957466cda3" providerId="LiveId" clId="{3F7EBD50-DD30-4669-AEF2-C54354361AD0}" dt="2026-05-08T18:54:10.393" v="58" actId="47"/>
        <pc:sldMkLst>
          <pc:docMk/>
          <pc:sldMk cId="2700340997" sldId="305"/>
        </pc:sldMkLst>
      </pc:sldChg>
      <pc:sldChg chg="del">
        <pc:chgData name="Soham Chakraborty" userId="364f2e957466cda3" providerId="LiveId" clId="{3F7EBD50-DD30-4669-AEF2-C54354361AD0}" dt="2026-05-08T18:54:12.113" v="60" actId="47"/>
        <pc:sldMkLst>
          <pc:docMk/>
          <pc:sldMk cId="1259338803" sldId="306"/>
        </pc:sldMkLst>
      </pc:sldChg>
      <pc:sldChg chg="del">
        <pc:chgData name="Soham Chakraborty" userId="364f2e957466cda3" providerId="LiveId" clId="{3F7EBD50-DD30-4669-AEF2-C54354361AD0}" dt="2026-05-08T18:54:12.895" v="61" actId="47"/>
        <pc:sldMkLst>
          <pc:docMk/>
          <pc:sldMk cId="4038330845" sldId="307"/>
        </pc:sldMkLst>
      </pc:sldChg>
      <pc:sldChg chg="del">
        <pc:chgData name="Soham Chakraborty" userId="364f2e957466cda3" providerId="LiveId" clId="{3F7EBD50-DD30-4669-AEF2-C54354361AD0}" dt="2026-05-08T18:54:13.629" v="62" actId="47"/>
        <pc:sldMkLst>
          <pc:docMk/>
          <pc:sldMk cId="3718565748" sldId="308"/>
        </pc:sldMkLst>
      </pc:sldChg>
      <pc:sldChg chg="del">
        <pc:chgData name="Soham Chakraborty" userId="364f2e957466cda3" providerId="LiveId" clId="{3F7EBD50-DD30-4669-AEF2-C54354361AD0}" dt="2026-05-08T18:54:14.599" v="63" actId="47"/>
        <pc:sldMkLst>
          <pc:docMk/>
          <pc:sldMk cId="3966623484" sldId="309"/>
        </pc:sldMkLst>
      </pc:sldChg>
      <pc:sldChg chg="del">
        <pc:chgData name="Soham Chakraborty" userId="364f2e957466cda3" providerId="LiveId" clId="{3F7EBD50-DD30-4669-AEF2-C54354361AD0}" dt="2026-05-08T18:46:24.474" v="4" actId="47"/>
        <pc:sldMkLst>
          <pc:docMk/>
          <pc:sldMk cId="2916811510" sldId="310"/>
        </pc:sldMkLst>
      </pc:sldChg>
      <pc:sldChg chg="del">
        <pc:chgData name="Soham Chakraborty" userId="364f2e957466cda3" providerId="LiveId" clId="{3F7EBD50-DD30-4669-AEF2-C54354361AD0}" dt="2026-05-08T18:54:02.150" v="52" actId="47"/>
        <pc:sldMkLst>
          <pc:docMk/>
          <pc:sldMk cId="1835944836" sldId="311"/>
        </pc:sldMkLst>
      </pc:sldChg>
      <pc:sldChg chg="addSp delSp modSp mod">
        <pc:chgData name="Soham Chakraborty" userId="364f2e957466cda3" providerId="LiveId" clId="{3F7EBD50-DD30-4669-AEF2-C54354361AD0}" dt="2026-05-09T01:47:19.389" v="5772" actId="20577"/>
        <pc:sldMkLst>
          <pc:docMk/>
          <pc:sldMk cId="137379239" sldId="312"/>
        </pc:sldMkLst>
        <pc:spChg chg="add del mod">
          <ac:chgData name="Soham Chakraborty" userId="364f2e957466cda3" providerId="LiveId" clId="{3F7EBD50-DD30-4669-AEF2-C54354361AD0}" dt="2026-05-09T01:47:19.389" v="5772" actId="20577"/>
          <ac:spMkLst>
            <pc:docMk/>
            <pc:sldMk cId="137379239" sldId="312"/>
            <ac:spMk id="3" creationId="{5FAA04B4-32FD-45B0-3718-C3FBE16B577B}"/>
          </ac:spMkLst>
        </pc:spChg>
        <pc:spChg chg="del mod">
          <ac:chgData name="Soham Chakraborty" userId="364f2e957466cda3" providerId="LiveId" clId="{3F7EBD50-DD30-4669-AEF2-C54354361AD0}" dt="2026-05-09T01:35:25.143" v="5192" actId="478"/>
          <ac:spMkLst>
            <pc:docMk/>
            <pc:sldMk cId="137379239" sldId="312"/>
            <ac:spMk id="8" creationId="{954F56EA-D46F-B1DF-1F82-13ACD42B578F}"/>
          </ac:spMkLst>
        </pc:spChg>
        <pc:picChg chg="del">
          <ac:chgData name="Soham Chakraborty" userId="364f2e957466cda3" providerId="LiveId" clId="{3F7EBD50-DD30-4669-AEF2-C54354361AD0}" dt="2026-05-09T01:35:16.596" v="5189" actId="478"/>
          <ac:picMkLst>
            <pc:docMk/>
            <pc:sldMk cId="137379239" sldId="312"/>
            <ac:picMk id="5" creationId="{C7657783-620C-9959-3B39-AD6C3FE405E6}"/>
          </ac:picMkLst>
        </pc:picChg>
        <pc:picChg chg="del">
          <ac:chgData name="Soham Chakraborty" userId="364f2e957466cda3" providerId="LiveId" clId="{3F7EBD50-DD30-4669-AEF2-C54354361AD0}" dt="2026-05-09T01:35:17.520" v="5190" actId="478"/>
          <ac:picMkLst>
            <pc:docMk/>
            <pc:sldMk cId="137379239" sldId="312"/>
            <ac:picMk id="7" creationId="{FF6BE674-6FD2-3CFF-A6B1-85D506E1C323}"/>
          </ac:picMkLst>
        </pc:picChg>
      </pc:sldChg>
      <pc:sldChg chg="modSp mod ord">
        <pc:chgData name="Soham Chakraborty" userId="364f2e957466cda3" providerId="LiveId" clId="{3F7EBD50-DD30-4669-AEF2-C54354361AD0}" dt="2026-05-08T19:30:25.182" v="532" actId="20577"/>
        <pc:sldMkLst>
          <pc:docMk/>
          <pc:sldMk cId="135531512" sldId="313"/>
        </pc:sldMkLst>
        <pc:spChg chg="mod">
          <ac:chgData name="Soham Chakraborty" userId="364f2e957466cda3" providerId="LiveId" clId="{3F7EBD50-DD30-4669-AEF2-C54354361AD0}" dt="2026-05-08T19:25:43.515" v="500" actId="1076"/>
          <ac:spMkLst>
            <pc:docMk/>
            <pc:sldMk cId="135531512" sldId="313"/>
            <ac:spMk id="2" creationId="{AE94B026-EB9C-1186-DD37-B465A7705F7B}"/>
          </ac:spMkLst>
        </pc:spChg>
        <pc:spChg chg="mod">
          <ac:chgData name="Soham Chakraborty" userId="364f2e957466cda3" providerId="LiveId" clId="{3F7EBD50-DD30-4669-AEF2-C54354361AD0}" dt="2026-05-08T19:30:25.182" v="532" actId="20577"/>
          <ac:spMkLst>
            <pc:docMk/>
            <pc:sldMk cId="135531512" sldId="313"/>
            <ac:spMk id="8" creationId="{DE0130ED-A564-641F-2704-49149BA7F050}"/>
          </ac:spMkLst>
        </pc:spChg>
      </pc:sldChg>
      <pc:sldChg chg="new del">
        <pc:chgData name="Soham Chakraborty" userId="364f2e957466cda3" providerId="LiveId" clId="{3F7EBD50-DD30-4669-AEF2-C54354361AD0}" dt="2026-05-08T19:16:03.562" v="401" actId="47"/>
        <pc:sldMkLst>
          <pc:docMk/>
          <pc:sldMk cId="3271244225" sldId="314"/>
        </pc:sldMkLst>
      </pc:sldChg>
      <pc:sldChg chg="modSp add mod">
        <pc:chgData name="Soham Chakraborty" userId="364f2e957466cda3" providerId="LiveId" clId="{3F7EBD50-DD30-4669-AEF2-C54354361AD0}" dt="2026-05-09T00:53:14.891" v="4830" actId="1076"/>
        <pc:sldMkLst>
          <pc:docMk/>
          <pc:sldMk cId="3616209261" sldId="314"/>
        </pc:sldMkLst>
        <pc:spChg chg="mod">
          <ac:chgData name="Soham Chakraborty" userId="364f2e957466cda3" providerId="LiveId" clId="{3F7EBD50-DD30-4669-AEF2-C54354361AD0}" dt="2026-05-08T19:19:48.249" v="444" actId="20577"/>
          <ac:spMkLst>
            <pc:docMk/>
            <pc:sldMk cId="3616209261" sldId="314"/>
            <ac:spMk id="2" creationId="{31D50A1D-5DB3-5D60-7933-B4D12BE27692}"/>
          </ac:spMkLst>
        </pc:spChg>
        <pc:spChg chg="mod">
          <ac:chgData name="Soham Chakraborty" userId="364f2e957466cda3" providerId="LiveId" clId="{3F7EBD50-DD30-4669-AEF2-C54354361AD0}" dt="2026-05-09T00:53:14.891" v="4830" actId="1076"/>
          <ac:spMkLst>
            <pc:docMk/>
            <pc:sldMk cId="3616209261" sldId="314"/>
            <ac:spMk id="10" creationId="{9CC3BF87-6B2A-BE42-BB5D-68C974358BB0}"/>
          </ac:spMkLst>
        </pc:spChg>
      </pc:sldChg>
      <pc:sldChg chg="addSp modSp add mod">
        <pc:chgData name="Soham Chakraborty" userId="364f2e957466cda3" providerId="LiveId" clId="{3F7EBD50-DD30-4669-AEF2-C54354361AD0}" dt="2026-05-08T21:46:11.288" v="1590" actId="1076"/>
        <pc:sldMkLst>
          <pc:docMk/>
          <pc:sldMk cId="821587616" sldId="315"/>
        </pc:sldMkLst>
        <pc:spChg chg="mod">
          <ac:chgData name="Soham Chakraborty" userId="364f2e957466cda3" providerId="LiveId" clId="{3F7EBD50-DD30-4669-AEF2-C54354361AD0}" dt="2026-05-08T21:37:06.684" v="1360" actId="20577"/>
          <ac:spMkLst>
            <pc:docMk/>
            <pc:sldMk cId="821587616" sldId="315"/>
            <ac:spMk id="2" creationId="{590F6727-E89E-6553-CD0A-13FF7B47FCFF}"/>
          </ac:spMkLst>
        </pc:spChg>
        <pc:spChg chg="add mod">
          <ac:chgData name="Soham Chakraborty" userId="364f2e957466cda3" providerId="LiveId" clId="{3F7EBD50-DD30-4669-AEF2-C54354361AD0}" dt="2026-05-08T21:45:35.011" v="1589" actId="1076"/>
          <ac:spMkLst>
            <pc:docMk/>
            <pc:sldMk cId="821587616" sldId="315"/>
            <ac:spMk id="5" creationId="{A3705343-5515-D858-0A2D-5956ECCCEA72}"/>
          </ac:spMkLst>
        </pc:spChg>
        <pc:spChg chg="mod">
          <ac:chgData name="Soham Chakraborty" userId="364f2e957466cda3" providerId="LiveId" clId="{3F7EBD50-DD30-4669-AEF2-C54354361AD0}" dt="2026-05-08T21:46:11.288" v="1590" actId="1076"/>
          <ac:spMkLst>
            <pc:docMk/>
            <pc:sldMk cId="821587616" sldId="315"/>
            <ac:spMk id="10" creationId="{1B1FFE19-F2C0-6324-734B-6BD08777599C}"/>
          </ac:spMkLst>
        </pc:spChg>
        <pc:picChg chg="add mod">
          <ac:chgData name="Soham Chakraborty" userId="364f2e957466cda3" providerId="LiveId" clId="{3F7EBD50-DD30-4669-AEF2-C54354361AD0}" dt="2026-05-08T21:40:31.414" v="1443" actId="1076"/>
          <ac:picMkLst>
            <pc:docMk/>
            <pc:sldMk cId="821587616" sldId="315"/>
            <ac:picMk id="4" creationId="{EDE1AF96-311D-15F1-BC8E-B4B20B3D022B}"/>
          </ac:picMkLst>
        </pc:picChg>
      </pc:sldChg>
      <pc:sldChg chg="addSp delSp modSp add mod">
        <pc:chgData name="Soham Chakraborty" userId="364f2e957466cda3" providerId="LiveId" clId="{3F7EBD50-DD30-4669-AEF2-C54354361AD0}" dt="2026-05-08T22:02:01.127" v="1748" actId="14100"/>
        <pc:sldMkLst>
          <pc:docMk/>
          <pc:sldMk cId="2436580424" sldId="316"/>
        </pc:sldMkLst>
        <pc:spChg chg="mod">
          <ac:chgData name="Soham Chakraborty" userId="364f2e957466cda3" providerId="LiveId" clId="{3F7EBD50-DD30-4669-AEF2-C54354361AD0}" dt="2026-05-08T21:46:28.344" v="1593" actId="20577"/>
          <ac:spMkLst>
            <pc:docMk/>
            <pc:sldMk cId="2436580424" sldId="316"/>
            <ac:spMk id="2" creationId="{B3338AE9-49F5-C386-FB70-83995595ECA7}"/>
          </ac:spMkLst>
        </pc:spChg>
        <pc:spChg chg="mod">
          <ac:chgData name="Soham Chakraborty" userId="364f2e957466cda3" providerId="LiveId" clId="{3F7EBD50-DD30-4669-AEF2-C54354361AD0}" dt="2026-05-08T22:01:05.463" v="1732" actId="20577"/>
          <ac:spMkLst>
            <pc:docMk/>
            <pc:sldMk cId="2436580424" sldId="316"/>
            <ac:spMk id="5" creationId="{0DBDBC98-0CE5-51EF-4F36-D2615231F4F7}"/>
          </ac:spMkLst>
        </pc:spChg>
        <pc:spChg chg="add mod">
          <ac:chgData name="Soham Chakraborty" userId="364f2e957466cda3" providerId="LiveId" clId="{3F7EBD50-DD30-4669-AEF2-C54354361AD0}" dt="2026-05-08T22:01:36.119" v="1743" actId="14100"/>
          <ac:spMkLst>
            <pc:docMk/>
            <pc:sldMk cId="2436580424" sldId="316"/>
            <ac:spMk id="6" creationId="{8DC266FE-53CB-04B0-3348-6D619ECF14F1}"/>
          </ac:spMkLst>
        </pc:spChg>
        <pc:spChg chg="add mod">
          <ac:chgData name="Soham Chakraborty" userId="364f2e957466cda3" providerId="LiveId" clId="{3F7EBD50-DD30-4669-AEF2-C54354361AD0}" dt="2026-05-08T21:58:31.931" v="1693"/>
          <ac:spMkLst>
            <pc:docMk/>
            <pc:sldMk cId="2436580424" sldId="316"/>
            <ac:spMk id="7" creationId="{CFB3C91C-A798-F5AC-EB59-A3E47139308A}"/>
          </ac:spMkLst>
        </pc:spChg>
        <pc:spChg chg="add del mod">
          <ac:chgData name="Soham Chakraborty" userId="364f2e957466cda3" providerId="LiveId" clId="{3F7EBD50-DD30-4669-AEF2-C54354361AD0}" dt="2026-05-08T22:01:13.319" v="1736" actId="478"/>
          <ac:spMkLst>
            <pc:docMk/>
            <pc:sldMk cId="2436580424" sldId="316"/>
            <ac:spMk id="8" creationId="{6BDE21B0-5F93-3289-F29F-BC62B2A9AD42}"/>
          </ac:spMkLst>
        </pc:spChg>
        <pc:spChg chg="add mod">
          <ac:chgData name="Soham Chakraborty" userId="364f2e957466cda3" providerId="LiveId" clId="{3F7EBD50-DD30-4669-AEF2-C54354361AD0}" dt="2026-05-08T22:01:30.043" v="1741" actId="14100"/>
          <ac:spMkLst>
            <pc:docMk/>
            <pc:sldMk cId="2436580424" sldId="316"/>
            <ac:spMk id="9" creationId="{22D0F4E2-4BD6-E79F-3A23-A4D822A40185}"/>
          </ac:spMkLst>
        </pc:spChg>
        <pc:spChg chg="mod">
          <ac:chgData name="Soham Chakraborty" userId="364f2e957466cda3" providerId="LiveId" clId="{3F7EBD50-DD30-4669-AEF2-C54354361AD0}" dt="2026-05-08T21:49:42.184" v="1645" actId="20577"/>
          <ac:spMkLst>
            <pc:docMk/>
            <pc:sldMk cId="2436580424" sldId="316"/>
            <ac:spMk id="10" creationId="{84691BED-172A-C85C-71AE-CB03BBCBC14D}"/>
          </ac:spMkLst>
        </pc:spChg>
        <pc:spChg chg="add del mod">
          <ac:chgData name="Soham Chakraborty" userId="364f2e957466cda3" providerId="LiveId" clId="{3F7EBD50-DD30-4669-AEF2-C54354361AD0}" dt="2026-05-08T22:01:16.257" v="1738" actId="478"/>
          <ac:spMkLst>
            <pc:docMk/>
            <pc:sldMk cId="2436580424" sldId="316"/>
            <ac:spMk id="11" creationId="{A09ED417-96F2-B7ED-7954-0A976E415E53}"/>
          </ac:spMkLst>
        </pc:spChg>
        <pc:spChg chg="add del mod">
          <ac:chgData name="Soham Chakraborty" userId="364f2e957466cda3" providerId="LiveId" clId="{3F7EBD50-DD30-4669-AEF2-C54354361AD0}" dt="2026-05-08T22:01:14.784" v="1737" actId="478"/>
          <ac:spMkLst>
            <pc:docMk/>
            <pc:sldMk cId="2436580424" sldId="316"/>
            <ac:spMk id="12" creationId="{E105A974-83CD-C04E-0D19-AAAE3069DEBD}"/>
          </ac:spMkLst>
        </pc:spChg>
        <pc:spChg chg="add del mod">
          <ac:chgData name="Soham Chakraborty" userId="364f2e957466cda3" providerId="LiveId" clId="{3F7EBD50-DD30-4669-AEF2-C54354361AD0}" dt="2026-05-08T22:01:11.814" v="1735" actId="478"/>
          <ac:spMkLst>
            <pc:docMk/>
            <pc:sldMk cId="2436580424" sldId="316"/>
            <ac:spMk id="13" creationId="{5AD61FB7-BB97-DDBA-F15B-2C8BBC13C1FD}"/>
          </ac:spMkLst>
        </pc:spChg>
        <pc:spChg chg="add mod">
          <ac:chgData name="Soham Chakraborty" userId="364f2e957466cda3" providerId="LiveId" clId="{3F7EBD50-DD30-4669-AEF2-C54354361AD0}" dt="2026-05-08T22:02:01.127" v="1748" actId="14100"/>
          <ac:spMkLst>
            <pc:docMk/>
            <pc:sldMk cId="2436580424" sldId="316"/>
            <ac:spMk id="14" creationId="{8EA10019-109D-8CEE-A8F8-3A3BF2C69CFB}"/>
          </ac:spMkLst>
        </pc:spChg>
        <pc:spChg chg="add del mod">
          <ac:chgData name="Soham Chakraborty" userId="364f2e957466cda3" providerId="LiveId" clId="{3F7EBD50-DD30-4669-AEF2-C54354361AD0}" dt="2026-05-08T22:01:38.698" v="1744" actId="478"/>
          <ac:spMkLst>
            <pc:docMk/>
            <pc:sldMk cId="2436580424" sldId="316"/>
            <ac:spMk id="15" creationId="{B43A4D47-BFBD-9BC7-8D3C-670065EB317F}"/>
          </ac:spMkLst>
        </pc:spChg>
        <pc:spChg chg="add mod">
          <ac:chgData name="Soham Chakraborty" userId="364f2e957466cda3" providerId="LiveId" clId="{3F7EBD50-DD30-4669-AEF2-C54354361AD0}" dt="2026-05-08T22:01:48.437" v="1746" actId="14100"/>
          <ac:spMkLst>
            <pc:docMk/>
            <pc:sldMk cId="2436580424" sldId="316"/>
            <ac:spMk id="16" creationId="{D6130E1C-9291-D486-A9D8-6BC434D05970}"/>
          </ac:spMkLst>
        </pc:spChg>
        <pc:picChg chg="add mod">
          <ac:chgData name="Soham Chakraborty" userId="364f2e957466cda3" providerId="LiveId" clId="{3F7EBD50-DD30-4669-AEF2-C54354361AD0}" dt="2026-05-08T22:01:08.315" v="1734" actId="1076"/>
          <ac:picMkLst>
            <pc:docMk/>
            <pc:sldMk cId="2436580424" sldId="316"/>
            <ac:picMk id="3" creationId="{41D3D0B9-9362-64BD-F5FA-69B7722506A5}"/>
          </ac:picMkLst>
        </pc:picChg>
        <pc:picChg chg="del">
          <ac:chgData name="Soham Chakraborty" userId="364f2e957466cda3" providerId="LiveId" clId="{3F7EBD50-DD30-4669-AEF2-C54354361AD0}" dt="2026-05-08T21:56:19.556" v="1646" actId="478"/>
          <ac:picMkLst>
            <pc:docMk/>
            <pc:sldMk cId="2436580424" sldId="316"/>
            <ac:picMk id="4" creationId="{089A1E31-483B-1D19-42D6-4E03AEB692D1}"/>
          </ac:picMkLst>
        </pc:picChg>
      </pc:sldChg>
      <pc:sldChg chg="addSp delSp modSp add mod">
        <pc:chgData name="Soham Chakraborty" userId="364f2e957466cda3" providerId="LiveId" clId="{3F7EBD50-DD30-4669-AEF2-C54354361AD0}" dt="2026-05-08T22:13:20.366" v="1890" actId="1076"/>
        <pc:sldMkLst>
          <pc:docMk/>
          <pc:sldMk cId="3840673337" sldId="317"/>
        </pc:sldMkLst>
        <pc:spChg chg="mod">
          <ac:chgData name="Soham Chakraborty" userId="364f2e957466cda3" providerId="LiveId" clId="{3F7EBD50-DD30-4669-AEF2-C54354361AD0}" dt="2026-05-08T22:05:58.320" v="1751" actId="20577"/>
          <ac:spMkLst>
            <pc:docMk/>
            <pc:sldMk cId="3840673337" sldId="317"/>
            <ac:spMk id="2" creationId="{32BED2DA-6846-E0E8-9661-ACB0BF5F4577}"/>
          </ac:spMkLst>
        </pc:spChg>
        <pc:spChg chg="add mod">
          <ac:chgData name="Soham Chakraborty" userId="364f2e957466cda3" providerId="LiveId" clId="{3F7EBD50-DD30-4669-AEF2-C54354361AD0}" dt="2026-05-08T22:13:20.366" v="1890" actId="1076"/>
          <ac:spMkLst>
            <pc:docMk/>
            <pc:sldMk cId="3840673337" sldId="317"/>
            <ac:spMk id="4" creationId="{0D37F359-8857-1757-EF62-5C0E0E17B4D5}"/>
          </ac:spMkLst>
        </pc:spChg>
        <pc:spChg chg="del mod">
          <ac:chgData name="Soham Chakraborty" userId="364f2e957466cda3" providerId="LiveId" clId="{3F7EBD50-DD30-4669-AEF2-C54354361AD0}" dt="2026-05-08T22:06:48.793" v="1817" actId="478"/>
          <ac:spMkLst>
            <pc:docMk/>
            <pc:sldMk cId="3840673337" sldId="317"/>
            <ac:spMk id="5" creationId="{5F1DCB97-5297-A6EC-CDEF-22BF9A7B8D80}"/>
          </ac:spMkLst>
        </pc:spChg>
        <pc:spChg chg="del mod">
          <ac:chgData name="Soham Chakraborty" userId="364f2e957466cda3" providerId="LiveId" clId="{3F7EBD50-DD30-4669-AEF2-C54354361AD0}" dt="2026-05-08T22:06:54.135" v="1823" actId="478"/>
          <ac:spMkLst>
            <pc:docMk/>
            <pc:sldMk cId="3840673337" sldId="317"/>
            <ac:spMk id="6" creationId="{5C8F0144-059E-3C78-16F9-66D8C06825F0}"/>
          </ac:spMkLst>
        </pc:spChg>
        <pc:spChg chg="add mod">
          <ac:chgData name="Soham Chakraborty" userId="364f2e957466cda3" providerId="LiveId" clId="{3F7EBD50-DD30-4669-AEF2-C54354361AD0}" dt="2026-05-08T22:08:01.733" v="1829" actId="1076"/>
          <ac:spMkLst>
            <pc:docMk/>
            <pc:sldMk cId="3840673337" sldId="317"/>
            <ac:spMk id="7" creationId="{D7474752-F73B-7E00-D0B3-A4CA28091845}"/>
          </ac:spMkLst>
        </pc:spChg>
        <pc:spChg chg="add mod">
          <ac:chgData name="Soham Chakraborty" userId="364f2e957466cda3" providerId="LiveId" clId="{3F7EBD50-DD30-4669-AEF2-C54354361AD0}" dt="2026-05-08T22:08:14.567" v="1832"/>
          <ac:spMkLst>
            <pc:docMk/>
            <pc:sldMk cId="3840673337" sldId="317"/>
            <ac:spMk id="8" creationId="{ADDF93B2-5FC2-2B2B-2815-BE3F1605E82F}"/>
          </ac:spMkLst>
        </pc:spChg>
        <pc:spChg chg="del">
          <ac:chgData name="Soham Chakraborty" userId="364f2e957466cda3" providerId="LiveId" clId="{3F7EBD50-DD30-4669-AEF2-C54354361AD0}" dt="2026-05-08T22:06:52.287" v="1819" actId="478"/>
          <ac:spMkLst>
            <pc:docMk/>
            <pc:sldMk cId="3840673337" sldId="317"/>
            <ac:spMk id="9" creationId="{DEF003C6-DF7E-CB76-D0A1-98B0B8CBEECD}"/>
          </ac:spMkLst>
        </pc:spChg>
        <pc:spChg chg="mod">
          <ac:chgData name="Soham Chakraborty" userId="364f2e957466cda3" providerId="LiveId" clId="{3F7EBD50-DD30-4669-AEF2-C54354361AD0}" dt="2026-05-08T22:13:06.158" v="1889" actId="1076"/>
          <ac:spMkLst>
            <pc:docMk/>
            <pc:sldMk cId="3840673337" sldId="317"/>
            <ac:spMk id="10" creationId="{7D87A589-98B7-6C7F-DB18-389974224D96}"/>
          </ac:spMkLst>
        </pc:spChg>
        <pc:spChg chg="add mod">
          <ac:chgData name="Soham Chakraborty" userId="364f2e957466cda3" providerId="LiveId" clId="{3F7EBD50-DD30-4669-AEF2-C54354361AD0}" dt="2026-05-08T22:08:14.789" v="1833"/>
          <ac:spMkLst>
            <pc:docMk/>
            <pc:sldMk cId="3840673337" sldId="317"/>
            <ac:spMk id="11" creationId="{003DA064-9408-FE2E-6B63-0B7A62AFBD42}"/>
          </ac:spMkLst>
        </pc:spChg>
        <pc:spChg chg="add mod">
          <ac:chgData name="Soham Chakraborty" userId="364f2e957466cda3" providerId="LiveId" clId="{3F7EBD50-DD30-4669-AEF2-C54354361AD0}" dt="2026-05-08T22:08:15.151" v="1834"/>
          <ac:spMkLst>
            <pc:docMk/>
            <pc:sldMk cId="3840673337" sldId="317"/>
            <ac:spMk id="12" creationId="{AC7532C0-96AF-E0BA-1B83-1EEE9762DEEE}"/>
          </ac:spMkLst>
        </pc:spChg>
        <pc:spChg chg="add mod">
          <ac:chgData name="Soham Chakraborty" userId="364f2e957466cda3" providerId="LiveId" clId="{3F7EBD50-DD30-4669-AEF2-C54354361AD0}" dt="2026-05-08T22:13:20.366" v="1890" actId="1076"/>
          <ac:spMkLst>
            <pc:docMk/>
            <pc:sldMk cId="3840673337" sldId="317"/>
            <ac:spMk id="13" creationId="{4F60169E-82C3-8F72-7ED6-A4B4E9D5F97A}"/>
          </ac:spMkLst>
        </pc:spChg>
        <pc:spChg chg="del">
          <ac:chgData name="Soham Chakraborty" userId="364f2e957466cda3" providerId="LiveId" clId="{3F7EBD50-DD30-4669-AEF2-C54354361AD0}" dt="2026-05-08T22:06:55.145" v="1824" actId="478"/>
          <ac:spMkLst>
            <pc:docMk/>
            <pc:sldMk cId="3840673337" sldId="317"/>
            <ac:spMk id="14" creationId="{15C60B7D-D5AB-49EA-B3DC-FFDEAF5EC5E9}"/>
          </ac:spMkLst>
        </pc:spChg>
        <pc:spChg chg="add mod">
          <ac:chgData name="Soham Chakraborty" userId="364f2e957466cda3" providerId="LiveId" clId="{3F7EBD50-DD30-4669-AEF2-C54354361AD0}" dt="2026-05-08T22:13:20.366" v="1890" actId="1076"/>
          <ac:spMkLst>
            <pc:docMk/>
            <pc:sldMk cId="3840673337" sldId="317"/>
            <ac:spMk id="15" creationId="{6EEA2874-19B9-F829-CF39-C647139D4974}"/>
          </ac:spMkLst>
        </pc:spChg>
        <pc:spChg chg="del mod">
          <ac:chgData name="Soham Chakraborty" userId="364f2e957466cda3" providerId="LiveId" clId="{3F7EBD50-DD30-4669-AEF2-C54354361AD0}" dt="2026-05-08T22:06:53.173" v="1821" actId="478"/>
          <ac:spMkLst>
            <pc:docMk/>
            <pc:sldMk cId="3840673337" sldId="317"/>
            <ac:spMk id="16" creationId="{D5BD2626-B33A-781E-DFB5-C3A3DE482FD8}"/>
          </ac:spMkLst>
        </pc:spChg>
        <pc:spChg chg="add mod">
          <ac:chgData name="Soham Chakraborty" userId="364f2e957466cda3" providerId="LiveId" clId="{3F7EBD50-DD30-4669-AEF2-C54354361AD0}" dt="2026-05-08T22:13:20.366" v="1890" actId="1076"/>
          <ac:spMkLst>
            <pc:docMk/>
            <pc:sldMk cId="3840673337" sldId="317"/>
            <ac:spMk id="17" creationId="{8FD2C2DA-85C5-2A42-FC5E-24BEB844A488}"/>
          </ac:spMkLst>
        </pc:spChg>
        <pc:spChg chg="add mod">
          <ac:chgData name="Soham Chakraborty" userId="364f2e957466cda3" providerId="LiveId" clId="{3F7EBD50-DD30-4669-AEF2-C54354361AD0}" dt="2026-05-08T22:13:20.366" v="1890" actId="1076"/>
          <ac:spMkLst>
            <pc:docMk/>
            <pc:sldMk cId="3840673337" sldId="317"/>
            <ac:spMk id="18" creationId="{28D24FB6-A2E0-274E-EE38-D16DD7347B45}"/>
          </ac:spMkLst>
        </pc:spChg>
        <pc:spChg chg="add mod">
          <ac:chgData name="Soham Chakraborty" userId="364f2e957466cda3" providerId="LiveId" clId="{3F7EBD50-DD30-4669-AEF2-C54354361AD0}" dt="2026-05-08T22:13:20.366" v="1890" actId="1076"/>
          <ac:spMkLst>
            <pc:docMk/>
            <pc:sldMk cId="3840673337" sldId="317"/>
            <ac:spMk id="19" creationId="{5D71A30E-BA4C-0D35-07DC-56F8A5B11DA6}"/>
          </ac:spMkLst>
        </pc:spChg>
        <pc:spChg chg="add mod">
          <ac:chgData name="Soham Chakraborty" userId="364f2e957466cda3" providerId="LiveId" clId="{3F7EBD50-DD30-4669-AEF2-C54354361AD0}" dt="2026-05-08T22:13:20.366" v="1890" actId="1076"/>
          <ac:spMkLst>
            <pc:docMk/>
            <pc:sldMk cId="3840673337" sldId="317"/>
            <ac:spMk id="20" creationId="{F5F577FE-E2D6-E334-11C1-826A4456E00E}"/>
          </ac:spMkLst>
        </pc:spChg>
        <pc:spChg chg="add mod">
          <ac:chgData name="Soham Chakraborty" userId="364f2e957466cda3" providerId="LiveId" clId="{3F7EBD50-DD30-4669-AEF2-C54354361AD0}" dt="2026-05-08T22:13:20.366" v="1890" actId="1076"/>
          <ac:spMkLst>
            <pc:docMk/>
            <pc:sldMk cId="3840673337" sldId="317"/>
            <ac:spMk id="21" creationId="{84458848-C95E-1AF1-CA94-A854E06A5D75}"/>
          </ac:spMkLst>
        </pc:spChg>
        <pc:spChg chg="add mod">
          <ac:chgData name="Soham Chakraborty" userId="364f2e957466cda3" providerId="LiveId" clId="{3F7EBD50-DD30-4669-AEF2-C54354361AD0}" dt="2026-05-08T22:13:20.366" v="1890" actId="1076"/>
          <ac:spMkLst>
            <pc:docMk/>
            <pc:sldMk cId="3840673337" sldId="317"/>
            <ac:spMk id="22" creationId="{A5245F24-9CCE-2423-59A4-81AF440213EA}"/>
          </ac:spMkLst>
        </pc:spChg>
        <pc:picChg chg="del">
          <ac:chgData name="Soham Chakraborty" userId="364f2e957466cda3" providerId="LiveId" clId="{3F7EBD50-DD30-4669-AEF2-C54354361AD0}" dt="2026-05-08T22:06:51.505" v="1818" actId="478"/>
          <ac:picMkLst>
            <pc:docMk/>
            <pc:sldMk cId="3840673337" sldId="317"/>
            <ac:picMk id="3" creationId="{4FBE5B29-4573-A7CE-0E29-17691B918B02}"/>
          </ac:picMkLst>
        </pc:picChg>
        <pc:cxnChg chg="add mod">
          <ac:chgData name="Soham Chakraborty" userId="364f2e957466cda3" providerId="LiveId" clId="{3F7EBD50-DD30-4669-AEF2-C54354361AD0}" dt="2026-05-08T22:09:32.897" v="1854" actId="1582"/>
          <ac:cxnSpMkLst>
            <pc:docMk/>
            <pc:sldMk cId="3840673337" sldId="317"/>
            <ac:cxnSpMk id="24" creationId="{A5EAF544-CA59-B527-27FB-C5CCC94401C0}"/>
          </ac:cxnSpMkLst>
        </pc:cxnChg>
        <pc:cxnChg chg="add mod">
          <ac:chgData name="Soham Chakraborty" userId="364f2e957466cda3" providerId="LiveId" clId="{3F7EBD50-DD30-4669-AEF2-C54354361AD0}" dt="2026-05-08T22:09:45.399" v="1857" actId="1076"/>
          <ac:cxnSpMkLst>
            <pc:docMk/>
            <pc:sldMk cId="3840673337" sldId="317"/>
            <ac:cxnSpMk id="25" creationId="{99EC61C6-B7FF-AC20-1DB2-273CB545A700}"/>
          </ac:cxnSpMkLst>
        </pc:cxnChg>
        <pc:cxnChg chg="add mod">
          <ac:chgData name="Soham Chakraborty" userId="364f2e957466cda3" providerId="LiveId" clId="{3F7EBD50-DD30-4669-AEF2-C54354361AD0}" dt="2026-05-08T22:13:20.366" v="1890" actId="1076"/>
          <ac:cxnSpMkLst>
            <pc:docMk/>
            <pc:sldMk cId="3840673337" sldId="317"/>
            <ac:cxnSpMk id="26" creationId="{D0E2FD71-8A40-984E-8F7B-63533589A4AB}"/>
          </ac:cxnSpMkLst>
        </pc:cxnChg>
        <pc:cxnChg chg="add mod">
          <ac:chgData name="Soham Chakraborty" userId="364f2e957466cda3" providerId="LiveId" clId="{3F7EBD50-DD30-4669-AEF2-C54354361AD0}" dt="2026-05-08T22:10:12.904" v="1864" actId="1076"/>
          <ac:cxnSpMkLst>
            <pc:docMk/>
            <pc:sldMk cId="3840673337" sldId="317"/>
            <ac:cxnSpMk id="30" creationId="{390AB818-515B-818F-C9F2-FC7507A2E9CE}"/>
          </ac:cxnSpMkLst>
        </pc:cxnChg>
        <pc:cxnChg chg="add mod">
          <ac:chgData name="Soham Chakraborty" userId="364f2e957466cda3" providerId="LiveId" clId="{3F7EBD50-DD30-4669-AEF2-C54354361AD0}" dt="2026-05-08T22:10:18.616" v="1866" actId="1076"/>
          <ac:cxnSpMkLst>
            <pc:docMk/>
            <pc:sldMk cId="3840673337" sldId="317"/>
            <ac:cxnSpMk id="31" creationId="{F17F1741-C54E-2C0A-0389-4897CDBD2749}"/>
          </ac:cxnSpMkLst>
        </pc:cxnChg>
        <pc:cxnChg chg="add mod">
          <ac:chgData name="Soham Chakraborty" userId="364f2e957466cda3" providerId="LiveId" clId="{3F7EBD50-DD30-4669-AEF2-C54354361AD0}" dt="2026-05-08T22:10:29.351" v="1869" actId="1076"/>
          <ac:cxnSpMkLst>
            <pc:docMk/>
            <pc:sldMk cId="3840673337" sldId="317"/>
            <ac:cxnSpMk id="32" creationId="{CDF7893F-FBEA-B6F6-FAE7-C33B37E6441F}"/>
          </ac:cxnSpMkLst>
        </pc:cxnChg>
        <pc:cxnChg chg="add mod">
          <ac:chgData name="Soham Chakraborty" userId="364f2e957466cda3" providerId="LiveId" clId="{3F7EBD50-DD30-4669-AEF2-C54354361AD0}" dt="2026-05-08T22:10:36.514" v="1872" actId="1076"/>
          <ac:cxnSpMkLst>
            <pc:docMk/>
            <pc:sldMk cId="3840673337" sldId="317"/>
            <ac:cxnSpMk id="33" creationId="{C32FC2C4-8C06-224F-909F-816ED15B2D60}"/>
          </ac:cxnSpMkLst>
        </pc:cxnChg>
        <pc:cxnChg chg="add mod">
          <ac:chgData name="Soham Chakraborty" userId="364f2e957466cda3" providerId="LiveId" clId="{3F7EBD50-DD30-4669-AEF2-C54354361AD0}" dt="2026-05-08T22:11:03.349" v="1877" actId="208"/>
          <ac:cxnSpMkLst>
            <pc:docMk/>
            <pc:sldMk cId="3840673337" sldId="317"/>
            <ac:cxnSpMk id="35" creationId="{E0607D4C-7D73-5F69-541D-8C6F78ADD25A}"/>
          </ac:cxnSpMkLst>
        </pc:cxnChg>
        <pc:cxnChg chg="add mod">
          <ac:chgData name="Soham Chakraborty" userId="364f2e957466cda3" providerId="LiveId" clId="{3F7EBD50-DD30-4669-AEF2-C54354361AD0}" dt="2026-05-08T22:11:19.627" v="1879" actId="1076"/>
          <ac:cxnSpMkLst>
            <pc:docMk/>
            <pc:sldMk cId="3840673337" sldId="317"/>
            <ac:cxnSpMk id="36" creationId="{8B678672-8C95-720F-A143-7ED11D3BBB33}"/>
          </ac:cxnSpMkLst>
        </pc:cxnChg>
        <pc:cxnChg chg="add mod">
          <ac:chgData name="Soham Chakraborty" userId="364f2e957466cda3" providerId="LiveId" clId="{3F7EBD50-DD30-4669-AEF2-C54354361AD0}" dt="2026-05-08T22:11:26.352" v="1881" actId="1076"/>
          <ac:cxnSpMkLst>
            <pc:docMk/>
            <pc:sldMk cId="3840673337" sldId="317"/>
            <ac:cxnSpMk id="37" creationId="{F953755A-5525-2125-EED6-3D49D34B734A}"/>
          </ac:cxnSpMkLst>
        </pc:cxnChg>
        <pc:cxnChg chg="add mod">
          <ac:chgData name="Soham Chakraborty" userId="364f2e957466cda3" providerId="LiveId" clId="{3F7EBD50-DD30-4669-AEF2-C54354361AD0}" dt="2026-05-08T22:11:40.381" v="1884" actId="1582"/>
          <ac:cxnSpMkLst>
            <pc:docMk/>
            <pc:sldMk cId="3840673337" sldId="317"/>
            <ac:cxnSpMk id="39" creationId="{83FEE98B-ED8E-5B7F-3732-661473FDD723}"/>
          </ac:cxnSpMkLst>
        </pc:cxnChg>
        <pc:cxnChg chg="add mod">
          <ac:chgData name="Soham Chakraborty" userId="364f2e957466cda3" providerId="LiveId" clId="{3F7EBD50-DD30-4669-AEF2-C54354361AD0}" dt="2026-05-08T22:11:53.964" v="1886" actId="1076"/>
          <ac:cxnSpMkLst>
            <pc:docMk/>
            <pc:sldMk cId="3840673337" sldId="317"/>
            <ac:cxnSpMk id="40" creationId="{8B26CABC-EACF-275F-06F1-895550167E2E}"/>
          </ac:cxnSpMkLst>
        </pc:cxnChg>
        <pc:cxnChg chg="add mod">
          <ac:chgData name="Soham Chakraborty" userId="364f2e957466cda3" providerId="LiveId" clId="{3F7EBD50-DD30-4669-AEF2-C54354361AD0}" dt="2026-05-08T22:12:01.734" v="1888" actId="1076"/>
          <ac:cxnSpMkLst>
            <pc:docMk/>
            <pc:sldMk cId="3840673337" sldId="317"/>
            <ac:cxnSpMk id="41" creationId="{8D1E7647-E863-347B-DF84-C9ECA9DFFFD3}"/>
          </ac:cxnSpMkLst>
        </pc:cxnChg>
      </pc:sldChg>
      <pc:sldChg chg="addSp delSp modSp add mod">
        <pc:chgData name="Soham Chakraborty" userId="364f2e957466cda3" providerId="LiveId" clId="{3F7EBD50-DD30-4669-AEF2-C54354361AD0}" dt="2026-05-08T22:32:05.028" v="2243" actId="207"/>
        <pc:sldMkLst>
          <pc:docMk/>
          <pc:sldMk cId="2743519012" sldId="318"/>
        </pc:sldMkLst>
        <pc:spChg chg="mod">
          <ac:chgData name="Soham Chakraborty" userId="364f2e957466cda3" providerId="LiveId" clId="{3F7EBD50-DD30-4669-AEF2-C54354361AD0}" dt="2026-05-08T22:16:43.642" v="2095" actId="20577"/>
          <ac:spMkLst>
            <pc:docMk/>
            <pc:sldMk cId="2743519012" sldId="318"/>
            <ac:spMk id="2" creationId="{FDBAF0C4-EFCE-DB10-3C15-BEC6D16F0398}"/>
          </ac:spMkLst>
        </pc:spChg>
        <pc:spChg chg="mod">
          <ac:chgData name="Soham Chakraborty" userId="364f2e957466cda3" providerId="LiveId" clId="{3F7EBD50-DD30-4669-AEF2-C54354361AD0}" dt="2026-05-08T22:19:52.523" v="2161" actId="1076"/>
          <ac:spMkLst>
            <pc:docMk/>
            <pc:sldMk cId="2743519012" sldId="318"/>
            <ac:spMk id="4" creationId="{5533896D-6EA2-98C8-5F18-56FB3A319B45}"/>
          </ac:spMkLst>
        </pc:spChg>
        <pc:spChg chg="mod">
          <ac:chgData name="Soham Chakraborty" userId="364f2e957466cda3" providerId="LiveId" clId="{3F7EBD50-DD30-4669-AEF2-C54354361AD0}" dt="2026-05-08T22:16:50.084" v="2096" actId="1076"/>
          <ac:spMkLst>
            <pc:docMk/>
            <pc:sldMk cId="2743519012" sldId="318"/>
            <ac:spMk id="10" creationId="{798E25C6-3925-62F3-D2CD-50A460FE08F4}"/>
          </ac:spMkLst>
        </pc:spChg>
        <pc:spChg chg="mod">
          <ac:chgData name="Soham Chakraborty" userId="364f2e957466cda3" providerId="LiveId" clId="{3F7EBD50-DD30-4669-AEF2-C54354361AD0}" dt="2026-05-08T22:19:33.359" v="2156" actId="1076"/>
          <ac:spMkLst>
            <pc:docMk/>
            <pc:sldMk cId="2743519012" sldId="318"/>
            <ac:spMk id="13" creationId="{C1E5E7E8-B96B-E56E-0FDF-46C10DF26827}"/>
          </ac:spMkLst>
        </pc:spChg>
        <pc:spChg chg="mod">
          <ac:chgData name="Soham Chakraborty" userId="364f2e957466cda3" providerId="LiveId" clId="{3F7EBD50-DD30-4669-AEF2-C54354361AD0}" dt="2026-05-08T22:20:03.231" v="2162" actId="1076"/>
          <ac:spMkLst>
            <pc:docMk/>
            <pc:sldMk cId="2743519012" sldId="318"/>
            <ac:spMk id="15" creationId="{31F6777D-1FB9-CF8A-B023-0C60DA0FE408}"/>
          </ac:spMkLst>
        </pc:spChg>
        <pc:spChg chg="mod">
          <ac:chgData name="Soham Chakraborty" userId="364f2e957466cda3" providerId="LiveId" clId="{3F7EBD50-DD30-4669-AEF2-C54354361AD0}" dt="2026-05-08T22:19:39.486" v="2158" actId="1076"/>
          <ac:spMkLst>
            <pc:docMk/>
            <pc:sldMk cId="2743519012" sldId="318"/>
            <ac:spMk id="17" creationId="{751E0877-651B-DDD9-79B1-6F31E6510602}"/>
          </ac:spMkLst>
        </pc:spChg>
        <pc:spChg chg="mod">
          <ac:chgData name="Soham Chakraborty" userId="364f2e957466cda3" providerId="LiveId" clId="{3F7EBD50-DD30-4669-AEF2-C54354361AD0}" dt="2026-05-08T22:19:42.206" v="2159" actId="1076"/>
          <ac:spMkLst>
            <pc:docMk/>
            <pc:sldMk cId="2743519012" sldId="318"/>
            <ac:spMk id="18" creationId="{6641DB41-3AB8-B993-C2EB-D22041985FEF}"/>
          </ac:spMkLst>
        </pc:spChg>
        <pc:spChg chg="mod">
          <ac:chgData name="Soham Chakraborty" userId="364f2e957466cda3" providerId="LiveId" clId="{3F7EBD50-DD30-4669-AEF2-C54354361AD0}" dt="2026-05-08T22:19:43.926" v="2160" actId="1076"/>
          <ac:spMkLst>
            <pc:docMk/>
            <pc:sldMk cId="2743519012" sldId="318"/>
            <ac:spMk id="19" creationId="{9E58E19A-0558-40AC-2BDB-D8C4706E39EF}"/>
          </ac:spMkLst>
        </pc:spChg>
        <pc:spChg chg="mod">
          <ac:chgData name="Soham Chakraborty" userId="364f2e957466cda3" providerId="LiveId" clId="{3F7EBD50-DD30-4669-AEF2-C54354361AD0}" dt="2026-05-08T22:19:30.825" v="2155" actId="1076"/>
          <ac:spMkLst>
            <pc:docMk/>
            <pc:sldMk cId="2743519012" sldId="318"/>
            <ac:spMk id="20" creationId="{8BC301CF-13EC-350A-EA6A-1A5DB6AD5FEE}"/>
          </ac:spMkLst>
        </pc:spChg>
        <pc:spChg chg="mod">
          <ac:chgData name="Soham Chakraborty" userId="364f2e957466cda3" providerId="LiveId" clId="{3F7EBD50-DD30-4669-AEF2-C54354361AD0}" dt="2026-05-08T22:19:22.545" v="2152" actId="1076"/>
          <ac:spMkLst>
            <pc:docMk/>
            <pc:sldMk cId="2743519012" sldId="318"/>
            <ac:spMk id="21" creationId="{CF3244AF-5156-578E-F363-C09F88D0770D}"/>
          </ac:spMkLst>
        </pc:spChg>
        <pc:spChg chg="mod">
          <ac:chgData name="Soham Chakraborty" userId="364f2e957466cda3" providerId="LiveId" clId="{3F7EBD50-DD30-4669-AEF2-C54354361AD0}" dt="2026-05-08T22:20:07.420" v="2163" actId="1076"/>
          <ac:spMkLst>
            <pc:docMk/>
            <pc:sldMk cId="2743519012" sldId="318"/>
            <ac:spMk id="22" creationId="{F17B16B6-1A22-D89D-7FBE-08D0D681B74B}"/>
          </ac:spMkLst>
        </pc:spChg>
        <pc:spChg chg="add del">
          <ac:chgData name="Soham Chakraborty" userId="364f2e957466cda3" providerId="LiveId" clId="{3F7EBD50-DD30-4669-AEF2-C54354361AD0}" dt="2026-05-08T22:25:10.164" v="2189" actId="478"/>
          <ac:spMkLst>
            <pc:docMk/>
            <pc:sldMk cId="2743519012" sldId="318"/>
            <ac:spMk id="82" creationId="{9C797DD5-E66E-EE97-DDEF-DBF342ED35A9}"/>
          </ac:spMkLst>
        </pc:spChg>
        <pc:spChg chg="add mod">
          <ac:chgData name="Soham Chakraborty" userId="364f2e957466cda3" providerId="LiveId" clId="{3F7EBD50-DD30-4669-AEF2-C54354361AD0}" dt="2026-05-08T22:25:50.802" v="2194" actId="14100"/>
          <ac:spMkLst>
            <pc:docMk/>
            <pc:sldMk cId="2743519012" sldId="318"/>
            <ac:spMk id="83" creationId="{DA28817A-103B-8CCA-A56F-FE5B668B1A05}"/>
          </ac:spMkLst>
        </pc:spChg>
        <pc:spChg chg="add mod">
          <ac:chgData name="Soham Chakraborty" userId="364f2e957466cda3" providerId="LiveId" clId="{3F7EBD50-DD30-4669-AEF2-C54354361AD0}" dt="2026-05-08T22:26:51.101" v="2199" actId="208"/>
          <ac:spMkLst>
            <pc:docMk/>
            <pc:sldMk cId="2743519012" sldId="318"/>
            <ac:spMk id="84" creationId="{D26DC1D1-BA0D-63A5-6D5E-C0CC60E9CF99}"/>
          </ac:spMkLst>
        </pc:spChg>
        <pc:spChg chg="add mod">
          <ac:chgData name="Soham Chakraborty" userId="364f2e957466cda3" providerId="LiveId" clId="{3F7EBD50-DD30-4669-AEF2-C54354361AD0}" dt="2026-05-08T22:30:42.414" v="2222" actId="1076"/>
          <ac:spMkLst>
            <pc:docMk/>
            <pc:sldMk cId="2743519012" sldId="318"/>
            <ac:spMk id="87" creationId="{5DF3F23F-5342-BA8A-3E81-3FBEB8D1963E}"/>
          </ac:spMkLst>
        </pc:spChg>
        <pc:spChg chg="add mod">
          <ac:chgData name="Soham Chakraborty" userId="364f2e957466cda3" providerId="LiveId" clId="{3F7EBD50-DD30-4669-AEF2-C54354361AD0}" dt="2026-05-08T22:32:05.028" v="2243" actId="207"/>
          <ac:spMkLst>
            <pc:docMk/>
            <pc:sldMk cId="2743519012" sldId="318"/>
            <ac:spMk id="90" creationId="{ED63575B-2E1D-B4A3-2381-E8C02CB0B5B5}"/>
          </ac:spMkLst>
        </pc:spChg>
        <pc:cxnChg chg="mod">
          <ac:chgData name="Soham Chakraborty" userId="364f2e957466cda3" providerId="LiveId" clId="{3F7EBD50-DD30-4669-AEF2-C54354361AD0}" dt="2026-05-08T22:21:56.611" v="2173" actId="208"/>
          <ac:cxnSpMkLst>
            <pc:docMk/>
            <pc:sldMk cId="2743519012" sldId="318"/>
            <ac:cxnSpMk id="24" creationId="{D4AD08E1-F4E2-0DCA-1092-5EEEFBED03A2}"/>
          </ac:cxnSpMkLst>
        </pc:cxnChg>
        <pc:cxnChg chg="del mod">
          <ac:chgData name="Soham Chakraborty" userId="364f2e957466cda3" providerId="LiveId" clId="{3F7EBD50-DD30-4669-AEF2-C54354361AD0}" dt="2026-05-08T22:20:49.636" v="2164" actId="478"/>
          <ac:cxnSpMkLst>
            <pc:docMk/>
            <pc:sldMk cId="2743519012" sldId="318"/>
            <ac:cxnSpMk id="26" creationId="{499DF843-632B-9B7E-F0BE-6314573908FF}"/>
          </ac:cxnSpMkLst>
        </pc:cxnChg>
        <pc:cxnChg chg="del mod">
          <ac:chgData name="Soham Chakraborty" userId="364f2e957466cda3" providerId="LiveId" clId="{3F7EBD50-DD30-4669-AEF2-C54354361AD0}" dt="2026-05-08T22:18:44.990" v="2132" actId="478"/>
          <ac:cxnSpMkLst>
            <pc:docMk/>
            <pc:sldMk cId="2743519012" sldId="318"/>
            <ac:cxnSpMk id="30" creationId="{7510AACE-340E-6B59-3003-C2F99D215E0F}"/>
          </ac:cxnSpMkLst>
        </pc:cxnChg>
        <pc:cxnChg chg="del mod">
          <ac:chgData name="Soham Chakraborty" userId="364f2e957466cda3" providerId="LiveId" clId="{3F7EBD50-DD30-4669-AEF2-C54354361AD0}" dt="2026-05-08T22:18:47.445" v="2138" actId="478"/>
          <ac:cxnSpMkLst>
            <pc:docMk/>
            <pc:sldMk cId="2743519012" sldId="318"/>
            <ac:cxnSpMk id="31" creationId="{66B195AB-3BC1-4DFF-B044-CDC8998B85CA}"/>
          </ac:cxnSpMkLst>
        </pc:cxnChg>
        <pc:cxnChg chg="del mod">
          <ac:chgData name="Soham Chakraborty" userId="364f2e957466cda3" providerId="LiveId" clId="{3F7EBD50-DD30-4669-AEF2-C54354361AD0}" dt="2026-05-08T22:18:45.709" v="2134" actId="478"/>
          <ac:cxnSpMkLst>
            <pc:docMk/>
            <pc:sldMk cId="2743519012" sldId="318"/>
            <ac:cxnSpMk id="32" creationId="{140CEE5A-F7D9-425D-C607-DA1CB95D6104}"/>
          </ac:cxnSpMkLst>
        </pc:cxnChg>
        <pc:cxnChg chg="del mod">
          <ac:chgData name="Soham Chakraborty" userId="364f2e957466cda3" providerId="LiveId" clId="{3F7EBD50-DD30-4669-AEF2-C54354361AD0}" dt="2026-05-08T22:18:48.102" v="2140" actId="478"/>
          <ac:cxnSpMkLst>
            <pc:docMk/>
            <pc:sldMk cId="2743519012" sldId="318"/>
            <ac:cxnSpMk id="33" creationId="{61822CEA-0E4A-171A-27AD-D5182CDF7D42}"/>
          </ac:cxnSpMkLst>
        </pc:cxnChg>
        <pc:cxnChg chg="del mod">
          <ac:chgData name="Soham Chakraborty" userId="364f2e957466cda3" providerId="LiveId" clId="{3F7EBD50-DD30-4669-AEF2-C54354361AD0}" dt="2026-05-08T22:18:44.411" v="2130" actId="478"/>
          <ac:cxnSpMkLst>
            <pc:docMk/>
            <pc:sldMk cId="2743519012" sldId="318"/>
            <ac:cxnSpMk id="35" creationId="{E42B3225-D729-218B-710E-3F84C4C04F27}"/>
          </ac:cxnSpMkLst>
        </pc:cxnChg>
        <pc:cxnChg chg="del mod">
          <ac:chgData name="Soham Chakraborty" userId="364f2e957466cda3" providerId="LiveId" clId="{3F7EBD50-DD30-4669-AEF2-C54354361AD0}" dt="2026-05-08T22:17:50.400" v="2113" actId="478"/>
          <ac:cxnSpMkLst>
            <pc:docMk/>
            <pc:sldMk cId="2743519012" sldId="318"/>
            <ac:cxnSpMk id="36" creationId="{1952D35F-D4C9-F309-48DF-BBA7A5199508}"/>
          </ac:cxnSpMkLst>
        </pc:cxnChg>
        <pc:cxnChg chg="del">
          <ac:chgData name="Soham Chakraborty" userId="364f2e957466cda3" providerId="LiveId" clId="{3F7EBD50-DD30-4669-AEF2-C54354361AD0}" dt="2026-05-08T22:17:51.228" v="2114" actId="478"/>
          <ac:cxnSpMkLst>
            <pc:docMk/>
            <pc:sldMk cId="2743519012" sldId="318"/>
            <ac:cxnSpMk id="37" creationId="{426B6095-0449-65F3-EB6E-9BD0510D732B}"/>
          </ac:cxnSpMkLst>
        </pc:cxnChg>
        <pc:cxnChg chg="mod">
          <ac:chgData name="Soham Chakraborty" userId="364f2e957466cda3" providerId="LiveId" clId="{3F7EBD50-DD30-4669-AEF2-C54354361AD0}" dt="2026-05-08T22:23:21.034" v="2177" actId="208"/>
          <ac:cxnSpMkLst>
            <pc:docMk/>
            <pc:sldMk cId="2743519012" sldId="318"/>
            <ac:cxnSpMk id="39" creationId="{4B2E484A-17BE-E369-A929-9016954CD87E}"/>
          </ac:cxnSpMkLst>
        </pc:cxnChg>
        <pc:cxnChg chg="del mod">
          <ac:chgData name="Soham Chakraborty" userId="364f2e957466cda3" providerId="LiveId" clId="{3F7EBD50-DD30-4669-AEF2-C54354361AD0}" dt="2026-05-08T22:18:46.460" v="2136" actId="478"/>
          <ac:cxnSpMkLst>
            <pc:docMk/>
            <pc:sldMk cId="2743519012" sldId="318"/>
            <ac:cxnSpMk id="40" creationId="{BEB3FDC3-BBEC-DF65-5C9B-0B58AEA3063B}"/>
          </ac:cxnSpMkLst>
        </pc:cxnChg>
        <pc:cxnChg chg="del">
          <ac:chgData name="Soham Chakraborty" userId="364f2e957466cda3" providerId="LiveId" clId="{3F7EBD50-DD30-4669-AEF2-C54354361AD0}" dt="2026-05-08T22:18:48.852" v="2141" actId="478"/>
          <ac:cxnSpMkLst>
            <pc:docMk/>
            <pc:sldMk cId="2743519012" sldId="318"/>
            <ac:cxnSpMk id="41" creationId="{FCFE34C2-EDFD-648E-2AC4-55EF29CB879A}"/>
          </ac:cxnSpMkLst>
        </pc:cxnChg>
        <pc:cxnChg chg="add mod">
          <ac:chgData name="Soham Chakraborty" userId="364f2e957466cda3" providerId="LiveId" clId="{3F7EBD50-DD30-4669-AEF2-C54354361AD0}" dt="2026-05-08T22:21:30.909" v="2169" actId="1582"/>
          <ac:cxnSpMkLst>
            <pc:docMk/>
            <pc:sldMk cId="2743519012" sldId="318"/>
            <ac:cxnSpMk id="71" creationId="{5794DBC7-3C16-E1EA-B896-EBB740E942CB}"/>
          </ac:cxnSpMkLst>
        </pc:cxnChg>
        <pc:cxnChg chg="add mod">
          <ac:chgData name="Soham Chakraborty" userId="364f2e957466cda3" providerId="LiveId" clId="{3F7EBD50-DD30-4669-AEF2-C54354361AD0}" dt="2026-05-08T22:21:51.997" v="2172" actId="1582"/>
          <ac:cxnSpMkLst>
            <pc:docMk/>
            <pc:sldMk cId="2743519012" sldId="318"/>
            <ac:cxnSpMk id="73" creationId="{8CC2EB82-7864-70CE-3734-E5D0A23CF84A}"/>
          </ac:cxnSpMkLst>
        </pc:cxnChg>
        <pc:cxnChg chg="add mod">
          <ac:chgData name="Soham Chakraborty" userId="364f2e957466cda3" providerId="LiveId" clId="{3F7EBD50-DD30-4669-AEF2-C54354361AD0}" dt="2026-05-08T22:22:12.587" v="2176" actId="1582"/>
          <ac:cxnSpMkLst>
            <pc:docMk/>
            <pc:sldMk cId="2743519012" sldId="318"/>
            <ac:cxnSpMk id="75" creationId="{189798A6-757A-5BA3-61B0-CF406B27CDED}"/>
          </ac:cxnSpMkLst>
        </pc:cxnChg>
        <pc:cxnChg chg="add mod">
          <ac:chgData name="Soham Chakraborty" userId="364f2e957466cda3" providerId="LiveId" clId="{3F7EBD50-DD30-4669-AEF2-C54354361AD0}" dt="2026-05-08T22:23:33.527" v="2180" actId="1582"/>
          <ac:cxnSpMkLst>
            <pc:docMk/>
            <pc:sldMk cId="2743519012" sldId="318"/>
            <ac:cxnSpMk id="77" creationId="{563567CB-7079-40DB-6053-209E0C358E78}"/>
          </ac:cxnSpMkLst>
        </pc:cxnChg>
        <pc:cxnChg chg="add mod">
          <ac:chgData name="Soham Chakraborty" userId="364f2e957466cda3" providerId="LiveId" clId="{3F7EBD50-DD30-4669-AEF2-C54354361AD0}" dt="2026-05-08T22:24:03.729" v="2183" actId="1582"/>
          <ac:cxnSpMkLst>
            <pc:docMk/>
            <pc:sldMk cId="2743519012" sldId="318"/>
            <ac:cxnSpMk id="79" creationId="{1C65CBE5-1E22-5467-E54D-5C84637F36A8}"/>
          </ac:cxnSpMkLst>
        </pc:cxnChg>
        <pc:cxnChg chg="add mod">
          <ac:chgData name="Soham Chakraborty" userId="364f2e957466cda3" providerId="LiveId" clId="{3F7EBD50-DD30-4669-AEF2-C54354361AD0}" dt="2026-05-08T22:24:31.688" v="2187" actId="208"/>
          <ac:cxnSpMkLst>
            <pc:docMk/>
            <pc:sldMk cId="2743519012" sldId="318"/>
            <ac:cxnSpMk id="81" creationId="{F46C5780-E275-96CC-235E-47AE51C9C608}"/>
          </ac:cxnSpMkLst>
        </pc:cxnChg>
        <pc:cxnChg chg="add mod">
          <ac:chgData name="Soham Chakraborty" userId="364f2e957466cda3" providerId="LiveId" clId="{3F7EBD50-DD30-4669-AEF2-C54354361AD0}" dt="2026-05-08T22:29:59.415" v="2202" actId="208"/>
          <ac:cxnSpMkLst>
            <pc:docMk/>
            <pc:sldMk cId="2743519012" sldId="318"/>
            <ac:cxnSpMk id="86" creationId="{F8E444C3-77FC-FF4D-36E7-8DE0FFDD471A}"/>
          </ac:cxnSpMkLst>
        </pc:cxnChg>
        <pc:cxnChg chg="add mod">
          <ac:chgData name="Soham Chakraborty" userId="364f2e957466cda3" providerId="LiveId" clId="{3F7EBD50-DD30-4669-AEF2-C54354361AD0}" dt="2026-05-08T22:31:38.410" v="2225" actId="208"/>
          <ac:cxnSpMkLst>
            <pc:docMk/>
            <pc:sldMk cId="2743519012" sldId="318"/>
            <ac:cxnSpMk id="89" creationId="{0F42E87C-0B2C-C7AB-2536-2FF6EBF6D266}"/>
          </ac:cxnSpMkLst>
        </pc:cxnChg>
      </pc:sldChg>
      <pc:sldChg chg="add del">
        <pc:chgData name="Soham Chakraborty" userId="364f2e957466cda3" providerId="LiveId" clId="{3F7EBD50-DD30-4669-AEF2-C54354361AD0}" dt="2026-05-08T22:31:43.863" v="2227"/>
        <pc:sldMkLst>
          <pc:docMk/>
          <pc:sldMk cId="1216631381" sldId="319"/>
        </pc:sldMkLst>
      </pc:sldChg>
      <pc:sldChg chg="addSp delSp modSp add mod">
        <pc:chgData name="Soham Chakraborty" userId="364f2e957466cda3" providerId="LiveId" clId="{3F7EBD50-DD30-4669-AEF2-C54354361AD0}" dt="2026-05-08T22:45:00.561" v="2829" actId="207"/>
        <pc:sldMkLst>
          <pc:docMk/>
          <pc:sldMk cId="4074309930" sldId="319"/>
        </pc:sldMkLst>
        <pc:spChg chg="del">
          <ac:chgData name="Soham Chakraborty" userId="364f2e957466cda3" providerId="LiveId" clId="{3F7EBD50-DD30-4669-AEF2-C54354361AD0}" dt="2026-05-08T22:34:35.482" v="2245" actId="478"/>
          <ac:spMkLst>
            <pc:docMk/>
            <pc:sldMk cId="4074309930" sldId="319"/>
            <ac:spMk id="2" creationId="{493A1180-CB4B-6D2E-4D01-03BEDB94202F}"/>
          </ac:spMkLst>
        </pc:spChg>
        <pc:spChg chg="del">
          <ac:chgData name="Soham Chakraborty" userId="364f2e957466cda3" providerId="LiveId" clId="{3F7EBD50-DD30-4669-AEF2-C54354361AD0}" dt="2026-05-08T22:34:42.217" v="2247" actId="478"/>
          <ac:spMkLst>
            <pc:docMk/>
            <pc:sldMk cId="4074309930" sldId="319"/>
            <ac:spMk id="4" creationId="{C1496EE2-F49F-7CDE-C10D-E5B2AD315374}"/>
          </ac:spMkLst>
        </pc:spChg>
        <pc:spChg chg="add del mod">
          <ac:chgData name="Soham Chakraborty" userId="364f2e957466cda3" providerId="LiveId" clId="{3F7EBD50-DD30-4669-AEF2-C54354361AD0}" dt="2026-05-08T22:34:37.665" v="2246" actId="478"/>
          <ac:spMkLst>
            <pc:docMk/>
            <pc:sldMk cId="4074309930" sldId="319"/>
            <ac:spMk id="5" creationId="{FA4BE958-2D38-1947-82C1-B7C3643B05C1}"/>
          </ac:spMkLst>
        </pc:spChg>
        <pc:spChg chg="mod">
          <ac:chgData name="Soham Chakraborty" userId="364f2e957466cda3" providerId="LiveId" clId="{3F7EBD50-DD30-4669-AEF2-C54354361AD0}" dt="2026-05-08T22:45:00.561" v="2829" actId="207"/>
          <ac:spMkLst>
            <pc:docMk/>
            <pc:sldMk cId="4074309930" sldId="319"/>
            <ac:spMk id="10" creationId="{B8A2F5F1-E0E0-AD6B-B515-99622E34C5E0}"/>
          </ac:spMkLst>
        </pc:spChg>
        <pc:spChg chg="del">
          <ac:chgData name="Soham Chakraborty" userId="364f2e957466cda3" providerId="LiveId" clId="{3F7EBD50-DD30-4669-AEF2-C54354361AD0}" dt="2026-05-08T22:34:42.217" v="2247" actId="478"/>
          <ac:spMkLst>
            <pc:docMk/>
            <pc:sldMk cId="4074309930" sldId="319"/>
            <ac:spMk id="13" creationId="{A67E701A-907E-3208-7A06-3974D63991E7}"/>
          </ac:spMkLst>
        </pc:spChg>
        <pc:spChg chg="del">
          <ac:chgData name="Soham Chakraborty" userId="364f2e957466cda3" providerId="LiveId" clId="{3F7EBD50-DD30-4669-AEF2-C54354361AD0}" dt="2026-05-08T22:34:42.217" v="2247" actId="478"/>
          <ac:spMkLst>
            <pc:docMk/>
            <pc:sldMk cId="4074309930" sldId="319"/>
            <ac:spMk id="17" creationId="{F3B3BFCD-46F4-702C-6967-AC9E6DBBE768}"/>
          </ac:spMkLst>
        </pc:spChg>
        <pc:spChg chg="del">
          <ac:chgData name="Soham Chakraborty" userId="364f2e957466cda3" providerId="LiveId" clId="{3F7EBD50-DD30-4669-AEF2-C54354361AD0}" dt="2026-05-08T22:34:42.217" v="2247" actId="478"/>
          <ac:spMkLst>
            <pc:docMk/>
            <pc:sldMk cId="4074309930" sldId="319"/>
            <ac:spMk id="18" creationId="{35D683DB-B7CD-02AB-2A48-798F4F904CDB}"/>
          </ac:spMkLst>
        </pc:spChg>
        <pc:spChg chg="del">
          <ac:chgData name="Soham Chakraborty" userId="364f2e957466cda3" providerId="LiveId" clId="{3F7EBD50-DD30-4669-AEF2-C54354361AD0}" dt="2026-05-08T22:34:42.217" v="2247" actId="478"/>
          <ac:spMkLst>
            <pc:docMk/>
            <pc:sldMk cId="4074309930" sldId="319"/>
            <ac:spMk id="19" creationId="{183A2852-5375-308D-8C19-C69EBE4442F5}"/>
          </ac:spMkLst>
        </pc:spChg>
        <pc:spChg chg="del">
          <ac:chgData name="Soham Chakraborty" userId="364f2e957466cda3" providerId="LiveId" clId="{3F7EBD50-DD30-4669-AEF2-C54354361AD0}" dt="2026-05-08T22:34:42.217" v="2247" actId="478"/>
          <ac:spMkLst>
            <pc:docMk/>
            <pc:sldMk cId="4074309930" sldId="319"/>
            <ac:spMk id="21" creationId="{C0B79327-0D8A-2D34-B460-AC80BB234C12}"/>
          </ac:spMkLst>
        </pc:spChg>
        <pc:spChg chg="del">
          <ac:chgData name="Soham Chakraborty" userId="364f2e957466cda3" providerId="LiveId" clId="{3F7EBD50-DD30-4669-AEF2-C54354361AD0}" dt="2026-05-08T22:34:42.217" v="2247" actId="478"/>
          <ac:spMkLst>
            <pc:docMk/>
            <pc:sldMk cId="4074309930" sldId="319"/>
            <ac:spMk id="22" creationId="{E7D699E4-D11F-BF86-3BAE-C77A4533F4E9}"/>
          </ac:spMkLst>
        </pc:spChg>
        <pc:spChg chg="del">
          <ac:chgData name="Soham Chakraborty" userId="364f2e957466cda3" providerId="LiveId" clId="{3F7EBD50-DD30-4669-AEF2-C54354361AD0}" dt="2026-05-08T22:34:42.217" v="2247" actId="478"/>
          <ac:spMkLst>
            <pc:docMk/>
            <pc:sldMk cId="4074309930" sldId="319"/>
            <ac:spMk id="83" creationId="{BDCFF9E6-E6AB-1B35-1866-4A83D0877927}"/>
          </ac:spMkLst>
        </pc:spChg>
        <pc:spChg chg="del">
          <ac:chgData name="Soham Chakraborty" userId="364f2e957466cda3" providerId="LiveId" clId="{3F7EBD50-DD30-4669-AEF2-C54354361AD0}" dt="2026-05-08T22:34:42.217" v="2247" actId="478"/>
          <ac:spMkLst>
            <pc:docMk/>
            <pc:sldMk cId="4074309930" sldId="319"/>
            <ac:spMk id="84" creationId="{46E841AC-F8D1-76E9-A99A-8F9B3CEEE13B}"/>
          </ac:spMkLst>
        </pc:spChg>
        <pc:spChg chg="del">
          <ac:chgData name="Soham Chakraborty" userId="364f2e957466cda3" providerId="LiveId" clId="{3F7EBD50-DD30-4669-AEF2-C54354361AD0}" dt="2026-05-08T22:34:42.217" v="2247" actId="478"/>
          <ac:spMkLst>
            <pc:docMk/>
            <pc:sldMk cId="4074309930" sldId="319"/>
            <ac:spMk id="90" creationId="{2F76689A-CBE8-9946-D9B0-BE452CC3BD67}"/>
          </ac:spMkLst>
        </pc:spChg>
      </pc:sldChg>
      <pc:sldChg chg="addSp delSp modSp add mod">
        <pc:chgData name="Soham Chakraborty" userId="364f2e957466cda3" providerId="LiveId" clId="{3F7EBD50-DD30-4669-AEF2-C54354361AD0}" dt="2026-05-08T22:58:15.383" v="2987" actId="1076"/>
        <pc:sldMkLst>
          <pc:docMk/>
          <pc:sldMk cId="1107517455" sldId="320"/>
        </pc:sldMkLst>
        <pc:spChg chg="mod">
          <ac:chgData name="Soham Chakraborty" userId="364f2e957466cda3" providerId="LiveId" clId="{3F7EBD50-DD30-4669-AEF2-C54354361AD0}" dt="2026-05-08T22:50:56.295" v="2837" actId="20577"/>
          <ac:spMkLst>
            <pc:docMk/>
            <pc:sldMk cId="1107517455" sldId="320"/>
            <ac:spMk id="2" creationId="{D4E3C127-8958-4EF4-57C9-C13D3C7806E4}"/>
          </ac:spMkLst>
        </pc:spChg>
        <pc:spChg chg="del">
          <ac:chgData name="Soham Chakraborty" userId="364f2e957466cda3" providerId="LiveId" clId="{3F7EBD50-DD30-4669-AEF2-C54354361AD0}" dt="2026-05-08T22:51:52.946" v="2893" actId="478"/>
          <ac:spMkLst>
            <pc:docMk/>
            <pc:sldMk cId="1107517455" sldId="320"/>
            <ac:spMk id="5" creationId="{E143DB96-8363-825B-8E88-A54A512A4D9E}"/>
          </ac:spMkLst>
        </pc:spChg>
        <pc:spChg chg="mod">
          <ac:chgData name="Soham Chakraborty" userId="364f2e957466cda3" providerId="LiveId" clId="{3F7EBD50-DD30-4669-AEF2-C54354361AD0}" dt="2026-05-08T22:51:48.813" v="2892" actId="207"/>
          <ac:spMkLst>
            <pc:docMk/>
            <pc:sldMk cId="1107517455" sldId="320"/>
            <ac:spMk id="10" creationId="{8218F6DB-4D4C-BCFF-EFF7-FE57F79536CA}"/>
          </ac:spMkLst>
        </pc:spChg>
        <pc:picChg chg="del">
          <ac:chgData name="Soham Chakraborty" userId="364f2e957466cda3" providerId="LiveId" clId="{3F7EBD50-DD30-4669-AEF2-C54354361AD0}" dt="2026-05-08T22:51:54.476" v="2894" actId="478"/>
          <ac:picMkLst>
            <pc:docMk/>
            <pc:sldMk cId="1107517455" sldId="320"/>
            <ac:picMk id="4" creationId="{149A5FE6-85B3-8BE6-F911-1DFFC95E4CC9}"/>
          </ac:picMkLst>
        </pc:picChg>
        <pc:picChg chg="add mod">
          <ac:chgData name="Soham Chakraborty" userId="364f2e957466cda3" providerId="LiveId" clId="{3F7EBD50-DD30-4669-AEF2-C54354361AD0}" dt="2026-05-08T22:54:54.984" v="2919" actId="1076"/>
          <ac:picMkLst>
            <pc:docMk/>
            <pc:sldMk cId="1107517455" sldId="320"/>
            <ac:picMk id="6" creationId="{EA9B29D9-6C81-966D-2B83-3BB254DE9079}"/>
          </ac:picMkLst>
        </pc:picChg>
        <pc:picChg chg="add mod">
          <ac:chgData name="Soham Chakraborty" userId="364f2e957466cda3" providerId="LiveId" clId="{3F7EBD50-DD30-4669-AEF2-C54354361AD0}" dt="2026-05-08T22:54:32.742" v="2912" actId="14100"/>
          <ac:picMkLst>
            <pc:docMk/>
            <pc:sldMk cId="1107517455" sldId="320"/>
            <ac:picMk id="8" creationId="{6796DA10-3B91-B21D-2E1D-DA3CD0F7BB90}"/>
          </ac:picMkLst>
        </pc:picChg>
        <pc:picChg chg="add mod">
          <ac:chgData name="Soham Chakraborty" userId="364f2e957466cda3" providerId="LiveId" clId="{3F7EBD50-DD30-4669-AEF2-C54354361AD0}" dt="2026-05-08T22:54:42.763" v="2915" actId="1076"/>
          <ac:picMkLst>
            <pc:docMk/>
            <pc:sldMk cId="1107517455" sldId="320"/>
            <ac:picMk id="11" creationId="{F0CAF339-08F5-304A-434F-AB225AD4E938}"/>
          </ac:picMkLst>
        </pc:picChg>
        <pc:picChg chg="add mod">
          <ac:chgData name="Soham Chakraborty" userId="364f2e957466cda3" providerId="LiveId" clId="{3F7EBD50-DD30-4669-AEF2-C54354361AD0}" dt="2026-05-08T22:54:50.408" v="2918" actId="1076"/>
          <ac:picMkLst>
            <pc:docMk/>
            <pc:sldMk cId="1107517455" sldId="320"/>
            <ac:picMk id="13" creationId="{5DE884FA-D44D-6113-A59B-DDEFDC96638D}"/>
          </ac:picMkLst>
        </pc:picChg>
        <pc:picChg chg="add mod">
          <ac:chgData name="Soham Chakraborty" userId="364f2e957466cda3" providerId="LiveId" clId="{3F7EBD50-DD30-4669-AEF2-C54354361AD0}" dt="2026-05-08T22:56:49.333" v="2960" actId="1076"/>
          <ac:picMkLst>
            <pc:docMk/>
            <pc:sldMk cId="1107517455" sldId="320"/>
            <ac:picMk id="18" creationId="{12966685-80E6-9A91-6880-675F5F087EC0}"/>
          </ac:picMkLst>
        </pc:picChg>
        <pc:picChg chg="add mod">
          <ac:chgData name="Soham Chakraborty" userId="364f2e957466cda3" providerId="LiveId" clId="{3F7EBD50-DD30-4669-AEF2-C54354361AD0}" dt="2026-05-08T22:58:15.383" v="2987" actId="1076"/>
          <ac:picMkLst>
            <pc:docMk/>
            <pc:sldMk cId="1107517455" sldId="320"/>
            <ac:picMk id="20" creationId="{C8CA62C7-C94C-DF61-87A7-1BBB4D12E001}"/>
          </ac:picMkLst>
        </pc:picChg>
        <pc:picChg chg="add mod">
          <ac:chgData name="Soham Chakraborty" userId="364f2e957466cda3" providerId="LiveId" clId="{3F7EBD50-DD30-4669-AEF2-C54354361AD0}" dt="2026-05-08T22:58:04.580" v="2985" actId="1076"/>
          <ac:picMkLst>
            <pc:docMk/>
            <pc:sldMk cId="1107517455" sldId="320"/>
            <ac:picMk id="22" creationId="{E0DED44A-9AE4-2F1F-DF3A-829A377CC134}"/>
          </ac:picMkLst>
        </pc:picChg>
        <pc:picChg chg="add mod">
          <ac:chgData name="Soham Chakraborty" userId="364f2e957466cda3" providerId="LiveId" clId="{3F7EBD50-DD30-4669-AEF2-C54354361AD0}" dt="2026-05-08T22:57:45.836" v="2981" actId="1076"/>
          <ac:picMkLst>
            <pc:docMk/>
            <pc:sldMk cId="1107517455" sldId="320"/>
            <ac:picMk id="24" creationId="{81C31DAF-F2A6-F245-A746-4D2C9637A123}"/>
          </ac:picMkLst>
        </pc:picChg>
        <pc:picChg chg="add mod">
          <ac:chgData name="Soham Chakraborty" userId="364f2e957466cda3" providerId="LiveId" clId="{3F7EBD50-DD30-4669-AEF2-C54354361AD0}" dt="2026-05-08T22:57:37.347" v="2976" actId="14100"/>
          <ac:picMkLst>
            <pc:docMk/>
            <pc:sldMk cId="1107517455" sldId="320"/>
            <ac:picMk id="26" creationId="{6E4B45C2-2CEE-46DD-6C75-9BE56F864A47}"/>
          </ac:picMkLst>
        </pc:picChg>
        <pc:picChg chg="add mod">
          <ac:chgData name="Soham Chakraborty" userId="364f2e957466cda3" providerId="LiveId" clId="{3F7EBD50-DD30-4669-AEF2-C54354361AD0}" dt="2026-05-08T22:58:07.582" v="2986" actId="1076"/>
          <ac:picMkLst>
            <pc:docMk/>
            <pc:sldMk cId="1107517455" sldId="320"/>
            <ac:picMk id="28" creationId="{2CD2DB2C-2927-D627-EB6E-FBC570B46C8B}"/>
          </ac:picMkLst>
        </pc:picChg>
        <pc:cxnChg chg="add mod">
          <ac:chgData name="Soham Chakraborty" userId="364f2e957466cda3" providerId="LiveId" clId="{3F7EBD50-DD30-4669-AEF2-C54354361AD0}" dt="2026-05-08T22:56:13.056" v="2953" actId="692"/>
          <ac:cxnSpMkLst>
            <pc:docMk/>
            <pc:sldMk cId="1107517455" sldId="320"/>
            <ac:cxnSpMk id="15" creationId="{7AB105D8-2181-2531-13DE-9A450FDEE526}"/>
          </ac:cxnSpMkLst>
        </pc:cxnChg>
        <pc:cxnChg chg="add mod">
          <ac:chgData name="Soham Chakraborty" userId="364f2e957466cda3" providerId="LiveId" clId="{3F7EBD50-DD30-4669-AEF2-C54354361AD0}" dt="2026-05-08T22:56:23.525" v="2955" actId="1076"/>
          <ac:cxnSpMkLst>
            <pc:docMk/>
            <pc:sldMk cId="1107517455" sldId="320"/>
            <ac:cxnSpMk id="16" creationId="{DEE833F2-ED19-4708-0F41-1FB854EF67DA}"/>
          </ac:cxnSpMkLst>
        </pc:cxnChg>
      </pc:sldChg>
      <pc:sldChg chg="addSp delSp modSp add mod">
        <pc:chgData name="Soham Chakraborty" userId="364f2e957466cda3" providerId="LiveId" clId="{3F7EBD50-DD30-4669-AEF2-C54354361AD0}" dt="2026-05-09T00:11:15.948" v="3469" actId="14100"/>
        <pc:sldMkLst>
          <pc:docMk/>
          <pc:sldMk cId="102995247" sldId="321"/>
        </pc:sldMkLst>
        <pc:spChg chg="mod">
          <ac:chgData name="Soham Chakraborty" userId="364f2e957466cda3" providerId="LiveId" clId="{3F7EBD50-DD30-4669-AEF2-C54354361AD0}" dt="2026-05-09T00:07:35.616" v="3436" actId="20577"/>
          <ac:spMkLst>
            <pc:docMk/>
            <pc:sldMk cId="102995247" sldId="321"/>
            <ac:spMk id="2" creationId="{74065201-D4A3-89BA-D4DC-EC50EF26E877}"/>
          </ac:spMkLst>
        </pc:spChg>
        <pc:spChg chg="del">
          <ac:chgData name="Soham Chakraborty" userId="364f2e957466cda3" providerId="LiveId" clId="{3F7EBD50-DD30-4669-AEF2-C54354361AD0}" dt="2026-05-08T23:07:34.098" v="3007" actId="478"/>
          <ac:spMkLst>
            <pc:docMk/>
            <pc:sldMk cId="102995247" sldId="321"/>
            <ac:spMk id="10" creationId="{FE05345C-262E-7BB4-7BC4-4493ECD53664}"/>
          </ac:spMkLst>
        </pc:spChg>
        <pc:spChg chg="add mod">
          <ac:chgData name="Soham Chakraborty" userId="364f2e957466cda3" providerId="LiveId" clId="{3F7EBD50-DD30-4669-AEF2-C54354361AD0}" dt="2026-05-09T00:11:15.948" v="3469" actId="14100"/>
          <ac:spMkLst>
            <pc:docMk/>
            <pc:sldMk cId="102995247" sldId="321"/>
            <ac:spMk id="27" creationId="{B6C101A0-1C1F-51C9-4EEA-255B0E34EB77}"/>
          </ac:spMkLst>
        </pc:spChg>
        <pc:picChg chg="add mod">
          <ac:chgData name="Soham Chakraborty" userId="364f2e957466cda3" providerId="LiveId" clId="{3F7EBD50-DD30-4669-AEF2-C54354361AD0}" dt="2026-05-08T23:08:16.934" v="3029" actId="1076"/>
          <ac:picMkLst>
            <pc:docMk/>
            <pc:sldMk cId="102995247" sldId="321"/>
            <ac:picMk id="4" creationId="{F1D45238-2A67-E951-20A9-066797D448BC}"/>
          </ac:picMkLst>
        </pc:picChg>
        <pc:picChg chg="del">
          <ac:chgData name="Soham Chakraborty" userId="364f2e957466cda3" providerId="LiveId" clId="{3F7EBD50-DD30-4669-AEF2-C54354361AD0}" dt="2026-05-08T23:07:39.719" v="3010" actId="478"/>
          <ac:picMkLst>
            <pc:docMk/>
            <pc:sldMk cId="102995247" sldId="321"/>
            <ac:picMk id="6" creationId="{26B61696-4047-6836-E2FF-7BDDA4CD15F5}"/>
          </ac:picMkLst>
        </pc:picChg>
        <pc:picChg chg="add mod">
          <ac:chgData name="Soham Chakraborty" userId="364f2e957466cda3" providerId="LiveId" clId="{3F7EBD50-DD30-4669-AEF2-C54354361AD0}" dt="2026-05-08T23:12:56.216" v="3034" actId="14100"/>
          <ac:picMkLst>
            <pc:docMk/>
            <pc:sldMk cId="102995247" sldId="321"/>
            <ac:picMk id="7" creationId="{DCE253FB-8A2A-4628-8C35-AB780F2E4016}"/>
          </ac:picMkLst>
        </pc:picChg>
        <pc:picChg chg="del mod">
          <ac:chgData name="Soham Chakraborty" userId="364f2e957466cda3" providerId="LiveId" clId="{3F7EBD50-DD30-4669-AEF2-C54354361AD0}" dt="2026-05-08T23:08:10.248" v="3024" actId="478"/>
          <ac:picMkLst>
            <pc:docMk/>
            <pc:sldMk cId="102995247" sldId="321"/>
            <ac:picMk id="8" creationId="{7EB3687A-ACBD-11CC-EB32-7DB82B12344D}"/>
          </ac:picMkLst>
        </pc:picChg>
        <pc:picChg chg="del">
          <ac:chgData name="Soham Chakraborty" userId="364f2e957466cda3" providerId="LiveId" clId="{3F7EBD50-DD30-4669-AEF2-C54354361AD0}" dt="2026-05-08T23:08:09.091" v="3023" actId="478"/>
          <ac:picMkLst>
            <pc:docMk/>
            <pc:sldMk cId="102995247" sldId="321"/>
            <ac:picMk id="11" creationId="{A5FCA42C-5F25-FB0D-25BB-10FFA2C7FC6D}"/>
          </ac:picMkLst>
        </pc:picChg>
        <pc:picChg chg="add mod">
          <ac:chgData name="Soham Chakraborty" userId="364f2e957466cda3" providerId="LiveId" clId="{3F7EBD50-DD30-4669-AEF2-C54354361AD0}" dt="2026-05-08T23:13:24.460" v="3038" actId="1076"/>
          <ac:picMkLst>
            <pc:docMk/>
            <pc:sldMk cId="102995247" sldId="321"/>
            <ac:picMk id="12" creationId="{E6F106C6-4B33-D42D-61A2-6702C34D83D6}"/>
          </ac:picMkLst>
        </pc:picChg>
        <pc:picChg chg="del">
          <ac:chgData name="Soham Chakraborty" userId="364f2e957466cda3" providerId="LiveId" clId="{3F7EBD50-DD30-4669-AEF2-C54354361AD0}" dt="2026-05-08T23:08:11.752" v="3025" actId="478"/>
          <ac:picMkLst>
            <pc:docMk/>
            <pc:sldMk cId="102995247" sldId="321"/>
            <ac:picMk id="13" creationId="{D670E708-F22C-3567-AF78-4E6D76D3294D}"/>
          </ac:picMkLst>
        </pc:picChg>
        <pc:picChg chg="add mod">
          <ac:chgData name="Soham Chakraborty" userId="364f2e957466cda3" providerId="LiveId" clId="{3F7EBD50-DD30-4669-AEF2-C54354361AD0}" dt="2026-05-08T23:13:43.424" v="3042" actId="1076"/>
          <ac:picMkLst>
            <pc:docMk/>
            <pc:sldMk cId="102995247" sldId="321"/>
            <ac:picMk id="17" creationId="{A5529B9E-A2BA-1BCA-C6EA-880069738DD6}"/>
          </ac:picMkLst>
        </pc:picChg>
        <pc:picChg chg="del">
          <ac:chgData name="Soham Chakraborty" userId="364f2e957466cda3" providerId="LiveId" clId="{3F7EBD50-DD30-4669-AEF2-C54354361AD0}" dt="2026-05-08T23:07:42.463" v="3011" actId="478"/>
          <ac:picMkLst>
            <pc:docMk/>
            <pc:sldMk cId="102995247" sldId="321"/>
            <ac:picMk id="18" creationId="{6BC964FD-36CC-7A38-3A59-CABB14F498BD}"/>
          </ac:picMkLst>
        </pc:picChg>
        <pc:picChg chg="del">
          <ac:chgData name="Soham Chakraborty" userId="364f2e957466cda3" providerId="LiveId" clId="{3F7EBD50-DD30-4669-AEF2-C54354361AD0}" dt="2026-05-08T23:08:13.927" v="3028" actId="478"/>
          <ac:picMkLst>
            <pc:docMk/>
            <pc:sldMk cId="102995247" sldId="321"/>
            <ac:picMk id="20" creationId="{B3157C91-3019-3944-27A8-23DD98B68577}"/>
          </ac:picMkLst>
        </pc:picChg>
        <pc:picChg chg="add mod">
          <ac:chgData name="Soham Chakraborty" userId="364f2e957466cda3" providerId="LiveId" clId="{3F7EBD50-DD30-4669-AEF2-C54354361AD0}" dt="2026-05-08T23:14:07.941" v="3047" actId="14100"/>
          <ac:picMkLst>
            <pc:docMk/>
            <pc:sldMk cId="102995247" sldId="321"/>
            <ac:picMk id="21" creationId="{0A7A0FDD-2F51-6A40-B99E-7F4AB961525D}"/>
          </ac:picMkLst>
        </pc:picChg>
        <pc:picChg chg="del">
          <ac:chgData name="Soham Chakraborty" userId="364f2e957466cda3" providerId="LiveId" clId="{3F7EBD50-DD30-4669-AEF2-C54354361AD0}" dt="2026-05-08T23:08:04.943" v="3021" actId="478"/>
          <ac:picMkLst>
            <pc:docMk/>
            <pc:sldMk cId="102995247" sldId="321"/>
            <ac:picMk id="22" creationId="{5065446B-9BB3-7B31-9315-B22A6C8E658B}"/>
          </ac:picMkLst>
        </pc:picChg>
        <pc:picChg chg="del">
          <ac:chgData name="Soham Chakraborty" userId="364f2e957466cda3" providerId="LiveId" clId="{3F7EBD50-DD30-4669-AEF2-C54354361AD0}" dt="2026-05-08T23:08:13.317" v="3027" actId="478"/>
          <ac:picMkLst>
            <pc:docMk/>
            <pc:sldMk cId="102995247" sldId="321"/>
            <ac:picMk id="24" creationId="{08170884-019C-8D5C-0AB6-C75208BFC73D}"/>
          </ac:picMkLst>
        </pc:picChg>
        <pc:picChg chg="add del mod">
          <ac:chgData name="Soham Chakraborty" userId="364f2e957466cda3" providerId="LiveId" clId="{3F7EBD50-DD30-4669-AEF2-C54354361AD0}" dt="2026-05-08T23:14:43.122" v="3052" actId="478"/>
          <ac:picMkLst>
            <pc:docMk/>
            <pc:sldMk cId="102995247" sldId="321"/>
            <ac:picMk id="25" creationId="{5DD1FF3C-2036-FC8F-2650-9B588B3282DB}"/>
          </ac:picMkLst>
        </pc:picChg>
        <pc:picChg chg="del">
          <ac:chgData name="Soham Chakraborty" userId="364f2e957466cda3" providerId="LiveId" clId="{3F7EBD50-DD30-4669-AEF2-C54354361AD0}" dt="2026-05-08T23:08:12.722" v="3026" actId="478"/>
          <ac:picMkLst>
            <pc:docMk/>
            <pc:sldMk cId="102995247" sldId="321"/>
            <ac:picMk id="26" creationId="{C741CA29-289F-A6FA-6982-A6CD388059C0}"/>
          </ac:picMkLst>
        </pc:picChg>
        <pc:picChg chg="del">
          <ac:chgData name="Soham Chakraborty" userId="364f2e957466cda3" providerId="LiveId" clId="{3F7EBD50-DD30-4669-AEF2-C54354361AD0}" dt="2026-05-08T23:08:06.352" v="3022" actId="478"/>
          <ac:picMkLst>
            <pc:docMk/>
            <pc:sldMk cId="102995247" sldId="321"/>
            <ac:picMk id="28" creationId="{2680EA6D-A5C3-58FE-3DA4-5B47FD28DD08}"/>
          </ac:picMkLst>
        </pc:picChg>
        <pc:cxnChg chg="mod">
          <ac:chgData name="Soham Chakraborty" userId="364f2e957466cda3" providerId="LiveId" clId="{3F7EBD50-DD30-4669-AEF2-C54354361AD0}" dt="2026-05-08T23:07:57.762" v="3018" actId="1076"/>
          <ac:cxnSpMkLst>
            <pc:docMk/>
            <pc:sldMk cId="102995247" sldId="321"/>
            <ac:cxnSpMk id="15" creationId="{3EECA193-AEC2-403C-3DA8-675D80A635C4}"/>
          </ac:cxnSpMkLst>
        </pc:cxnChg>
        <pc:cxnChg chg="del">
          <ac:chgData name="Soham Chakraborty" userId="364f2e957466cda3" providerId="LiveId" clId="{3F7EBD50-DD30-4669-AEF2-C54354361AD0}" dt="2026-05-08T23:08:03.303" v="3020" actId="478"/>
          <ac:cxnSpMkLst>
            <pc:docMk/>
            <pc:sldMk cId="102995247" sldId="321"/>
            <ac:cxnSpMk id="16" creationId="{F1C31C72-D606-9497-BCFA-03F35A3E74BA}"/>
          </ac:cxnSpMkLst>
        </pc:cxnChg>
      </pc:sldChg>
      <pc:sldChg chg="addSp delSp modSp add mod">
        <pc:chgData name="Soham Chakraborty" userId="364f2e957466cda3" providerId="LiveId" clId="{3F7EBD50-DD30-4669-AEF2-C54354361AD0}" dt="2026-05-08T23:39:24.110" v="3390" actId="1076"/>
        <pc:sldMkLst>
          <pc:docMk/>
          <pc:sldMk cId="637883841" sldId="322"/>
        </pc:sldMkLst>
        <pc:spChg chg="mod">
          <ac:chgData name="Soham Chakraborty" userId="364f2e957466cda3" providerId="LiveId" clId="{3F7EBD50-DD30-4669-AEF2-C54354361AD0}" dt="2026-05-08T23:39:24.110" v="3390" actId="1076"/>
          <ac:spMkLst>
            <pc:docMk/>
            <pc:sldMk cId="637883841" sldId="322"/>
            <ac:spMk id="2" creationId="{A3A19BC2-F1AE-B097-3200-E134529DFD20}"/>
          </ac:spMkLst>
        </pc:spChg>
        <pc:spChg chg="mod">
          <ac:chgData name="Soham Chakraborty" userId="364f2e957466cda3" providerId="LiveId" clId="{3F7EBD50-DD30-4669-AEF2-C54354361AD0}" dt="2026-05-08T23:37:45.766" v="3385" actId="1076"/>
          <ac:spMkLst>
            <pc:docMk/>
            <pc:sldMk cId="637883841" sldId="322"/>
            <ac:spMk id="27" creationId="{F7F498E9-87AF-387B-58E2-A88A2E622556}"/>
          </ac:spMkLst>
        </pc:spChg>
        <pc:picChg chg="add mod">
          <ac:chgData name="Soham Chakraborty" userId="364f2e957466cda3" providerId="LiveId" clId="{3F7EBD50-DD30-4669-AEF2-C54354361AD0}" dt="2026-05-08T23:35:22.852" v="3356" actId="1076"/>
          <ac:picMkLst>
            <pc:docMk/>
            <pc:sldMk cId="637883841" sldId="322"/>
            <ac:picMk id="5" creationId="{5C6D65B8-0E09-0025-ADB3-E0FCD3CD2A0B}"/>
          </ac:picMkLst>
        </pc:picChg>
        <pc:picChg chg="del">
          <ac:chgData name="Soham Chakraborty" userId="364f2e957466cda3" providerId="LiveId" clId="{3F7EBD50-DD30-4669-AEF2-C54354361AD0}" dt="2026-05-08T23:21:08.799" v="3197" actId="478"/>
          <ac:picMkLst>
            <pc:docMk/>
            <pc:sldMk cId="637883841" sldId="322"/>
            <ac:picMk id="7" creationId="{F68C3CBA-5460-0220-F401-E0B93C55928E}"/>
          </ac:picMkLst>
        </pc:picChg>
        <pc:picChg chg="add mod modCrop">
          <ac:chgData name="Soham Chakraborty" userId="364f2e957466cda3" providerId="LiveId" clId="{3F7EBD50-DD30-4669-AEF2-C54354361AD0}" dt="2026-05-08T23:35:11.248" v="3353" actId="14100"/>
          <ac:picMkLst>
            <pc:docMk/>
            <pc:sldMk cId="637883841" sldId="322"/>
            <ac:picMk id="8" creationId="{636FA322-64BC-0CFB-E9F4-FEDA2EBB479D}"/>
          </ac:picMkLst>
        </pc:picChg>
        <pc:picChg chg="add mod modCrop">
          <ac:chgData name="Soham Chakraborty" userId="364f2e957466cda3" providerId="LiveId" clId="{3F7EBD50-DD30-4669-AEF2-C54354361AD0}" dt="2026-05-08T23:35:33.221" v="3359" actId="1076"/>
          <ac:picMkLst>
            <pc:docMk/>
            <pc:sldMk cId="637883841" sldId="322"/>
            <ac:picMk id="10" creationId="{4AE4EC0C-534C-E296-5961-0FB9059E7965}"/>
          </ac:picMkLst>
        </pc:picChg>
        <pc:picChg chg="del">
          <ac:chgData name="Soham Chakraborty" userId="364f2e957466cda3" providerId="LiveId" clId="{3F7EBD50-DD30-4669-AEF2-C54354361AD0}" dt="2026-05-08T23:21:08.799" v="3197" actId="478"/>
          <ac:picMkLst>
            <pc:docMk/>
            <pc:sldMk cId="637883841" sldId="322"/>
            <ac:picMk id="12" creationId="{72BFA3D2-50DC-5A75-0BE5-D5A36E3E14CC}"/>
          </ac:picMkLst>
        </pc:picChg>
        <pc:picChg chg="add mod modCrop">
          <ac:chgData name="Soham Chakraborty" userId="364f2e957466cda3" providerId="LiveId" clId="{3F7EBD50-DD30-4669-AEF2-C54354361AD0}" dt="2026-05-08T23:35:02.960" v="3351" actId="1076"/>
          <ac:picMkLst>
            <pc:docMk/>
            <pc:sldMk cId="637883841" sldId="322"/>
            <ac:picMk id="13" creationId="{F588A997-704E-B378-ED4E-17D8F41565A0}"/>
          </ac:picMkLst>
        </pc:picChg>
        <pc:picChg chg="add mod modCrop">
          <ac:chgData name="Soham Chakraborty" userId="364f2e957466cda3" providerId="LiveId" clId="{3F7EBD50-DD30-4669-AEF2-C54354361AD0}" dt="2026-05-08T23:34:59.803" v="3350" actId="1076"/>
          <ac:picMkLst>
            <pc:docMk/>
            <pc:sldMk cId="637883841" sldId="322"/>
            <ac:picMk id="16" creationId="{0B09556B-B62B-B075-5FCA-A96159E025AB}"/>
          </ac:picMkLst>
        </pc:picChg>
        <pc:picChg chg="del">
          <ac:chgData name="Soham Chakraborty" userId="364f2e957466cda3" providerId="LiveId" clId="{3F7EBD50-DD30-4669-AEF2-C54354361AD0}" dt="2026-05-08T23:21:08.799" v="3197" actId="478"/>
          <ac:picMkLst>
            <pc:docMk/>
            <pc:sldMk cId="637883841" sldId="322"/>
            <ac:picMk id="17" creationId="{658FCAD8-850F-7E2C-B0D5-214FA1F40F5B}"/>
          </ac:picMkLst>
        </pc:picChg>
        <pc:picChg chg="add mod modCrop">
          <ac:chgData name="Soham Chakraborty" userId="364f2e957466cda3" providerId="LiveId" clId="{3F7EBD50-DD30-4669-AEF2-C54354361AD0}" dt="2026-05-08T23:34:56.911" v="3349" actId="1076"/>
          <ac:picMkLst>
            <pc:docMk/>
            <pc:sldMk cId="637883841" sldId="322"/>
            <ac:picMk id="19" creationId="{F73879EC-DDEB-1E0F-506E-C83AB89603F3}"/>
          </ac:picMkLst>
        </pc:picChg>
        <pc:picChg chg="del">
          <ac:chgData name="Soham Chakraborty" userId="364f2e957466cda3" providerId="LiveId" clId="{3F7EBD50-DD30-4669-AEF2-C54354361AD0}" dt="2026-05-08T23:21:08.799" v="3197" actId="478"/>
          <ac:picMkLst>
            <pc:docMk/>
            <pc:sldMk cId="637883841" sldId="322"/>
            <ac:picMk id="21" creationId="{0BCBB232-4D43-9378-5F8C-6EAD076F0036}"/>
          </ac:picMkLst>
        </pc:picChg>
        <pc:picChg chg="add mod modCrop">
          <ac:chgData name="Soham Chakraborty" userId="364f2e957466cda3" providerId="LiveId" clId="{3F7EBD50-DD30-4669-AEF2-C54354361AD0}" dt="2026-05-08T23:35:29.313" v="3358" actId="14100"/>
          <ac:picMkLst>
            <pc:docMk/>
            <pc:sldMk cId="637883841" sldId="322"/>
            <ac:picMk id="22" creationId="{84CB6045-7B7A-D878-23A8-C4B4047009DE}"/>
          </ac:picMkLst>
        </pc:picChg>
        <pc:picChg chg="add mod modCrop">
          <ac:chgData name="Soham Chakraborty" userId="364f2e957466cda3" providerId="LiveId" clId="{3F7EBD50-DD30-4669-AEF2-C54354361AD0}" dt="2026-05-08T23:36:06.221" v="3365" actId="1076"/>
          <ac:picMkLst>
            <pc:docMk/>
            <pc:sldMk cId="637883841" sldId="322"/>
            <ac:picMk id="24" creationId="{068BB9B7-409B-8E0B-9196-61EA547D873E}"/>
          </ac:picMkLst>
        </pc:picChg>
        <pc:picChg chg="add mod modCrop">
          <ac:chgData name="Soham Chakraborty" userId="364f2e957466cda3" providerId="LiveId" clId="{3F7EBD50-DD30-4669-AEF2-C54354361AD0}" dt="2026-05-08T23:37:23.346" v="3382" actId="14100"/>
          <ac:picMkLst>
            <pc:docMk/>
            <pc:sldMk cId="637883841" sldId="322"/>
            <ac:picMk id="26" creationId="{9FC7E158-EAE7-8017-A4F5-A0A30D3C1B8C}"/>
          </ac:picMkLst>
        </pc:picChg>
        <pc:picChg chg="add mod modCrop">
          <ac:chgData name="Soham Chakraborty" userId="364f2e957466cda3" providerId="LiveId" clId="{3F7EBD50-DD30-4669-AEF2-C54354361AD0}" dt="2026-05-08T23:37:35.725" v="3384" actId="1076"/>
          <ac:picMkLst>
            <pc:docMk/>
            <pc:sldMk cId="637883841" sldId="322"/>
            <ac:picMk id="29" creationId="{EF1FE323-57DE-81A3-CB15-CD3D9A6E7F2C}"/>
          </ac:picMkLst>
        </pc:picChg>
      </pc:sldChg>
      <pc:sldChg chg="addSp delSp modSp add mod">
        <pc:chgData name="Soham Chakraborty" userId="364f2e957466cda3" providerId="LiveId" clId="{3F7EBD50-DD30-4669-AEF2-C54354361AD0}" dt="2026-05-09T00:24:18.905" v="3771" actId="1076"/>
        <pc:sldMkLst>
          <pc:docMk/>
          <pc:sldMk cId="522257064" sldId="323"/>
        </pc:sldMkLst>
        <pc:spChg chg="mod">
          <ac:chgData name="Soham Chakraborty" userId="364f2e957466cda3" providerId="LiveId" clId="{3F7EBD50-DD30-4669-AEF2-C54354361AD0}" dt="2026-05-08T23:44:50.353" v="3428" actId="1076"/>
          <ac:spMkLst>
            <pc:docMk/>
            <pc:sldMk cId="522257064" sldId="323"/>
            <ac:spMk id="2" creationId="{C8B5FD7B-EA90-8ECF-CC80-019B8168A1AE}"/>
          </ac:spMkLst>
        </pc:spChg>
        <pc:spChg chg="mod">
          <ac:chgData name="Soham Chakraborty" userId="364f2e957466cda3" providerId="LiveId" clId="{3F7EBD50-DD30-4669-AEF2-C54354361AD0}" dt="2026-05-09T00:24:18.905" v="3771" actId="1076"/>
          <ac:spMkLst>
            <pc:docMk/>
            <pc:sldMk cId="522257064" sldId="323"/>
            <ac:spMk id="27" creationId="{CDB4C370-9807-A577-DD16-278F697742DD}"/>
          </ac:spMkLst>
        </pc:spChg>
        <pc:picChg chg="add mod">
          <ac:chgData name="Soham Chakraborty" userId="364f2e957466cda3" providerId="LiveId" clId="{3F7EBD50-DD30-4669-AEF2-C54354361AD0}" dt="2026-05-09T00:17:46.226" v="3596"/>
          <ac:picMkLst>
            <pc:docMk/>
            <pc:sldMk cId="522257064" sldId="323"/>
            <ac:picMk id="3" creationId="{57B8FD3C-A849-DEB6-30DF-E246A8F12AB4}"/>
          </ac:picMkLst>
        </pc:picChg>
        <pc:picChg chg="del">
          <ac:chgData name="Soham Chakraborty" userId="364f2e957466cda3" providerId="LiveId" clId="{3F7EBD50-DD30-4669-AEF2-C54354361AD0}" dt="2026-05-09T00:17:46.038" v="3595" actId="478"/>
          <ac:picMkLst>
            <pc:docMk/>
            <pc:sldMk cId="522257064" sldId="323"/>
            <ac:picMk id="4" creationId="{1CBBF256-534C-06ED-23A5-6632EF3A64AC}"/>
          </ac:picMkLst>
        </pc:picChg>
        <pc:picChg chg="del">
          <ac:chgData name="Soham Chakraborty" userId="364f2e957466cda3" providerId="LiveId" clId="{3F7EBD50-DD30-4669-AEF2-C54354361AD0}" dt="2026-05-09T00:18:13.157" v="3598" actId="478"/>
          <ac:picMkLst>
            <pc:docMk/>
            <pc:sldMk cId="522257064" sldId="323"/>
            <ac:picMk id="5" creationId="{0F45FD6B-2FEB-EEC9-CDC3-4250A12B9AD0}"/>
          </ac:picMkLst>
        </pc:picChg>
        <pc:picChg chg="add mod modCrop">
          <ac:chgData name="Soham Chakraborty" userId="364f2e957466cda3" providerId="LiveId" clId="{3F7EBD50-DD30-4669-AEF2-C54354361AD0}" dt="2026-05-09T00:18:45.081" v="3606" actId="1076"/>
          <ac:picMkLst>
            <pc:docMk/>
            <pc:sldMk cId="522257064" sldId="323"/>
            <ac:picMk id="7" creationId="{8AEB14D0-A417-5949-39AD-9F14E54023F3}"/>
          </ac:picMkLst>
        </pc:picChg>
        <pc:picChg chg="del">
          <ac:chgData name="Soham Chakraborty" userId="364f2e957466cda3" providerId="LiveId" clId="{3F7EBD50-DD30-4669-AEF2-C54354361AD0}" dt="2026-05-09T00:18:13.157" v="3598" actId="478"/>
          <ac:picMkLst>
            <pc:docMk/>
            <pc:sldMk cId="522257064" sldId="323"/>
            <ac:picMk id="8" creationId="{4DA0E7A7-AAB1-2C77-282E-D62E5BE5C096}"/>
          </ac:picMkLst>
        </pc:picChg>
        <pc:picChg chg="del">
          <ac:chgData name="Soham Chakraborty" userId="364f2e957466cda3" providerId="LiveId" clId="{3F7EBD50-DD30-4669-AEF2-C54354361AD0}" dt="2026-05-09T00:18:14.504" v="3599" actId="478"/>
          <ac:picMkLst>
            <pc:docMk/>
            <pc:sldMk cId="522257064" sldId="323"/>
            <ac:picMk id="10" creationId="{A7132B1D-2A83-90BF-66F9-DDF28856E980}"/>
          </ac:picMkLst>
        </pc:picChg>
        <pc:picChg chg="add mod modCrop">
          <ac:chgData name="Soham Chakraborty" userId="364f2e957466cda3" providerId="LiveId" clId="{3F7EBD50-DD30-4669-AEF2-C54354361AD0}" dt="2026-05-09T00:19:16.291" v="3614" actId="1076"/>
          <ac:picMkLst>
            <pc:docMk/>
            <pc:sldMk cId="522257064" sldId="323"/>
            <ac:picMk id="11" creationId="{943BA857-F2FE-B49D-7F27-58FAF9260356}"/>
          </ac:picMkLst>
        </pc:picChg>
        <pc:picChg chg="del">
          <ac:chgData name="Soham Chakraborty" userId="364f2e957466cda3" providerId="LiveId" clId="{3F7EBD50-DD30-4669-AEF2-C54354361AD0}" dt="2026-05-09T00:18:13.157" v="3598" actId="478"/>
          <ac:picMkLst>
            <pc:docMk/>
            <pc:sldMk cId="522257064" sldId="323"/>
            <ac:picMk id="13" creationId="{C4C8011D-4149-0C98-0A57-D32613BAAE53}"/>
          </ac:picMkLst>
        </pc:picChg>
        <pc:picChg chg="add mod modCrop">
          <ac:chgData name="Soham Chakraborty" userId="364f2e957466cda3" providerId="LiveId" clId="{3F7EBD50-DD30-4669-AEF2-C54354361AD0}" dt="2026-05-09T00:19:47.520" v="3621" actId="1076"/>
          <ac:picMkLst>
            <pc:docMk/>
            <pc:sldMk cId="522257064" sldId="323"/>
            <ac:picMk id="14" creationId="{561835BE-B2BC-EFF8-B6B1-B42AE4D27114}"/>
          </ac:picMkLst>
        </pc:picChg>
        <pc:picChg chg="del">
          <ac:chgData name="Soham Chakraborty" userId="364f2e957466cda3" providerId="LiveId" clId="{3F7EBD50-DD30-4669-AEF2-C54354361AD0}" dt="2026-05-09T00:18:13.157" v="3598" actId="478"/>
          <ac:picMkLst>
            <pc:docMk/>
            <pc:sldMk cId="522257064" sldId="323"/>
            <ac:picMk id="16" creationId="{A436CC51-4720-A7F8-F247-58192942094F}"/>
          </ac:picMkLst>
        </pc:picChg>
        <pc:picChg chg="add mod modCrop">
          <ac:chgData name="Soham Chakraborty" userId="364f2e957466cda3" providerId="LiveId" clId="{3F7EBD50-DD30-4669-AEF2-C54354361AD0}" dt="2026-05-09T00:23:47.176" v="3738" actId="1076"/>
          <ac:picMkLst>
            <pc:docMk/>
            <pc:sldMk cId="522257064" sldId="323"/>
            <ac:picMk id="18" creationId="{FAD4BCB3-AFFE-CD9A-641F-275BE7C24989}"/>
          </ac:picMkLst>
        </pc:picChg>
        <pc:picChg chg="del">
          <ac:chgData name="Soham Chakraborty" userId="364f2e957466cda3" providerId="LiveId" clId="{3F7EBD50-DD30-4669-AEF2-C54354361AD0}" dt="2026-05-09T00:18:13.157" v="3598" actId="478"/>
          <ac:picMkLst>
            <pc:docMk/>
            <pc:sldMk cId="522257064" sldId="323"/>
            <ac:picMk id="19" creationId="{A08B3AB0-F3E3-50FF-9B08-05B7FB39BF3E}"/>
          </ac:picMkLst>
        </pc:picChg>
        <pc:picChg chg="add mod modCrop">
          <ac:chgData name="Soham Chakraborty" userId="364f2e957466cda3" providerId="LiveId" clId="{3F7EBD50-DD30-4669-AEF2-C54354361AD0}" dt="2026-05-09T00:22:15.836" v="3717" actId="1076"/>
          <ac:picMkLst>
            <pc:docMk/>
            <pc:sldMk cId="522257064" sldId="323"/>
            <ac:picMk id="21" creationId="{F62181F2-A8AE-AB71-E9B9-0A1BE82D7A71}"/>
          </ac:picMkLst>
        </pc:picChg>
        <pc:picChg chg="del">
          <ac:chgData name="Soham Chakraborty" userId="364f2e957466cda3" providerId="LiveId" clId="{3F7EBD50-DD30-4669-AEF2-C54354361AD0}" dt="2026-05-09T00:18:01.236" v="3597" actId="478"/>
          <ac:picMkLst>
            <pc:docMk/>
            <pc:sldMk cId="522257064" sldId="323"/>
            <ac:picMk id="22" creationId="{C9713089-871E-41F6-D8D8-A64851209182}"/>
          </ac:picMkLst>
        </pc:picChg>
        <pc:picChg chg="del">
          <ac:chgData name="Soham Chakraborty" userId="364f2e957466cda3" providerId="LiveId" clId="{3F7EBD50-DD30-4669-AEF2-C54354361AD0}" dt="2026-05-09T00:18:13.157" v="3598" actId="478"/>
          <ac:picMkLst>
            <pc:docMk/>
            <pc:sldMk cId="522257064" sldId="323"/>
            <ac:picMk id="24" creationId="{B1B79751-432A-F8CD-881F-20B414425BF4}"/>
          </ac:picMkLst>
        </pc:picChg>
        <pc:picChg chg="add mod modCrop">
          <ac:chgData name="Soham Chakraborty" userId="364f2e957466cda3" providerId="LiveId" clId="{3F7EBD50-DD30-4669-AEF2-C54354361AD0}" dt="2026-05-09T00:23:36.950" v="3736" actId="1076"/>
          <ac:picMkLst>
            <pc:docMk/>
            <pc:sldMk cId="522257064" sldId="323"/>
            <ac:picMk id="25" creationId="{BB100C17-A0B9-BB97-490C-8ACF586A2656}"/>
          </ac:picMkLst>
        </pc:picChg>
        <pc:picChg chg="del">
          <ac:chgData name="Soham Chakraborty" userId="364f2e957466cda3" providerId="LiveId" clId="{3F7EBD50-DD30-4669-AEF2-C54354361AD0}" dt="2026-05-09T00:18:01.236" v="3597" actId="478"/>
          <ac:picMkLst>
            <pc:docMk/>
            <pc:sldMk cId="522257064" sldId="323"/>
            <ac:picMk id="26" creationId="{44EC7A35-00A4-AF99-BE8C-865CC544929F}"/>
          </ac:picMkLst>
        </pc:picChg>
        <pc:picChg chg="del">
          <ac:chgData name="Soham Chakraborty" userId="364f2e957466cda3" providerId="LiveId" clId="{3F7EBD50-DD30-4669-AEF2-C54354361AD0}" dt="2026-05-09T00:18:01.236" v="3597" actId="478"/>
          <ac:picMkLst>
            <pc:docMk/>
            <pc:sldMk cId="522257064" sldId="323"/>
            <ac:picMk id="29" creationId="{3A5D570B-F8DC-98BC-5DF4-8216E8797B64}"/>
          </ac:picMkLst>
        </pc:picChg>
        <pc:picChg chg="add mod modCrop">
          <ac:chgData name="Soham Chakraborty" userId="364f2e957466cda3" providerId="LiveId" clId="{3F7EBD50-DD30-4669-AEF2-C54354361AD0}" dt="2026-05-09T00:23:41.705" v="3737" actId="1076"/>
          <ac:picMkLst>
            <pc:docMk/>
            <pc:sldMk cId="522257064" sldId="323"/>
            <ac:picMk id="30" creationId="{0C9725CD-A99E-CA10-34B6-6316816FCD2F}"/>
          </ac:picMkLst>
        </pc:picChg>
      </pc:sldChg>
      <pc:sldChg chg="addSp delSp modSp add mod">
        <pc:chgData name="Soham Chakraborty" userId="364f2e957466cda3" providerId="LiveId" clId="{3F7EBD50-DD30-4669-AEF2-C54354361AD0}" dt="2026-05-09T00:16:56.740" v="3594" actId="1076"/>
        <pc:sldMkLst>
          <pc:docMk/>
          <pc:sldMk cId="4018561418" sldId="324"/>
        </pc:sldMkLst>
        <pc:spChg chg="mod">
          <ac:chgData name="Soham Chakraborty" userId="364f2e957466cda3" providerId="LiveId" clId="{3F7EBD50-DD30-4669-AEF2-C54354361AD0}" dt="2026-05-09T00:07:49.171" v="3443" actId="20577"/>
          <ac:spMkLst>
            <pc:docMk/>
            <pc:sldMk cId="4018561418" sldId="324"/>
            <ac:spMk id="2" creationId="{054B59E7-F7DF-5A35-1E62-96A4A08FE413}"/>
          </ac:spMkLst>
        </pc:spChg>
        <pc:spChg chg="add mod">
          <ac:chgData name="Soham Chakraborty" userId="364f2e957466cda3" providerId="LiveId" clId="{3F7EBD50-DD30-4669-AEF2-C54354361AD0}" dt="2026-05-09T00:16:56.740" v="3594" actId="1076"/>
          <ac:spMkLst>
            <pc:docMk/>
            <pc:sldMk cId="4018561418" sldId="324"/>
            <ac:spMk id="23" creationId="{9F93D169-246D-C17F-4974-554C8FC9C4DF}"/>
          </ac:spMkLst>
        </pc:spChg>
        <pc:spChg chg="del mod">
          <ac:chgData name="Soham Chakraborty" userId="364f2e957466cda3" providerId="LiveId" clId="{3F7EBD50-DD30-4669-AEF2-C54354361AD0}" dt="2026-05-09T00:14:10.080" v="3507" actId="478"/>
          <ac:spMkLst>
            <pc:docMk/>
            <pc:sldMk cId="4018561418" sldId="324"/>
            <ac:spMk id="27" creationId="{1F4EB11E-3A64-88B6-8811-5BE27142E4E4}"/>
          </ac:spMkLst>
        </pc:spChg>
        <pc:picChg chg="del">
          <ac:chgData name="Soham Chakraborty" userId="364f2e957466cda3" providerId="LiveId" clId="{3F7EBD50-DD30-4669-AEF2-C54354361AD0}" dt="2026-05-09T00:07:53.732" v="3444" actId="478"/>
          <ac:picMkLst>
            <pc:docMk/>
            <pc:sldMk cId="4018561418" sldId="324"/>
            <ac:picMk id="4" creationId="{B9D69A89-00B2-9AAB-1A77-DE9A0F88EEAE}"/>
          </ac:picMkLst>
        </pc:picChg>
        <pc:picChg chg="add del mod">
          <ac:chgData name="Soham Chakraborty" userId="364f2e957466cda3" providerId="LiveId" clId="{3F7EBD50-DD30-4669-AEF2-C54354361AD0}" dt="2026-05-09T00:09:00.016" v="3449" actId="478"/>
          <ac:picMkLst>
            <pc:docMk/>
            <pc:sldMk cId="4018561418" sldId="324"/>
            <ac:picMk id="5" creationId="{3A54E9F1-5E28-9B9B-B830-2B7673A873E1}"/>
          </ac:picMkLst>
        </pc:picChg>
        <pc:picChg chg="del">
          <ac:chgData name="Soham Chakraborty" userId="364f2e957466cda3" providerId="LiveId" clId="{3F7EBD50-DD30-4669-AEF2-C54354361AD0}" dt="2026-05-09T00:09:31.105" v="3457" actId="478"/>
          <ac:picMkLst>
            <pc:docMk/>
            <pc:sldMk cId="4018561418" sldId="324"/>
            <ac:picMk id="7" creationId="{E09ECD0D-0F82-6635-5ED2-DF3398AAD55B}"/>
          </ac:picMkLst>
        </pc:picChg>
        <pc:picChg chg="add mod">
          <ac:chgData name="Soham Chakraborty" userId="364f2e957466cda3" providerId="LiveId" clId="{3F7EBD50-DD30-4669-AEF2-C54354361AD0}" dt="2026-05-09T00:09:11.101" v="3456" actId="1076"/>
          <ac:picMkLst>
            <pc:docMk/>
            <pc:sldMk cId="4018561418" sldId="324"/>
            <ac:picMk id="8" creationId="{4F9F18AA-B8D5-4A93-9C8A-A2C19C94FE74}"/>
          </ac:picMkLst>
        </pc:picChg>
        <pc:picChg chg="add mod modCrop">
          <ac:chgData name="Soham Chakraborty" userId="364f2e957466cda3" providerId="LiveId" clId="{3F7EBD50-DD30-4669-AEF2-C54354361AD0}" dt="2026-05-09T00:12:08.949" v="3481" actId="1076"/>
          <ac:picMkLst>
            <pc:docMk/>
            <pc:sldMk cId="4018561418" sldId="324"/>
            <ac:picMk id="10" creationId="{F1C4E8E2-3A39-2119-CB88-210BE525505A}"/>
          </ac:picMkLst>
        </pc:picChg>
        <pc:picChg chg="del">
          <ac:chgData name="Soham Chakraborty" userId="364f2e957466cda3" providerId="LiveId" clId="{3F7EBD50-DD30-4669-AEF2-C54354361AD0}" dt="2026-05-09T00:09:32.215" v="3458" actId="478"/>
          <ac:picMkLst>
            <pc:docMk/>
            <pc:sldMk cId="4018561418" sldId="324"/>
            <ac:picMk id="12" creationId="{8877179C-6957-92A8-4388-EB25924F10C1}"/>
          </ac:picMkLst>
        </pc:picChg>
        <pc:picChg chg="add mod modCrop">
          <ac:chgData name="Soham Chakraborty" userId="364f2e957466cda3" providerId="LiveId" clId="{3F7EBD50-DD30-4669-AEF2-C54354361AD0}" dt="2026-05-09T00:12:29.028" v="3485" actId="14100"/>
          <ac:picMkLst>
            <pc:docMk/>
            <pc:sldMk cId="4018561418" sldId="324"/>
            <ac:picMk id="13" creationId="{F212708D-E0E1-0BE3-6458-1795337277E8}"/>
          </ac:picMkLst>
        </pc:picChg>
        <pc:picChg chg="add mod modCrop">
          <ac:chgData name="Soham Chakraborty" userId="364f2e957466cda3" providerId="LiveId" clId="{3F7EBD50-DD30-4669-AEF2-C54354361AD0}" dt="2026-05-09T00:12:55.594" v="3492" actId="14100"/>
          <ac:picMkLst>
            <pc:docMk/>
            <pc:sldMk cId="4018561418" sldId="324"/>
            <ac:picMk id="16" creationId="{E1CA89CD-A4C2-1604-F3B0-A5D8E9D245F7}"/>
          </ac:picMkLst>
        </pc:picChg>
        <pc:picChg chg="del">
          <ac:chgData name="Soham Chakraborty" userId="364f2e957466cda3" providerId="LiveId" clId="{3F7EBD50-DD30-4669-AEF2-C54354361AD0}" dt="2026-05-09T00:09:33.247" v="3459" actId="478"/>
          <ac:picMkLst>
            <pc:docMk/>
            <pc:sldMk cId="4018561418" sldId="324"/>
            <ac:picMk id="17" creationId="{9FDBAE8B-948E-266A-F742-28B004154333}"/>
          </ac:picMkLst>
        </pc:picChg>
        <pc:picChg chg="add mod modCrop">
          <ac:chgData name="Soham Chakraborty" userId="364f2e957466cda3" providerId="LiveId" clId="{3F7EBD50-DD30-4669-AEF2-C54354361AD0}" dt="2026-05-09T00:13:34.055" v="3500" actId="14100"/>
          <ac:picMkLst>
            <pc:docMk/>
            <pc:sldMk cId="4018561418" sldId="324"/>
            <ac:picMk id="19" creationId="{1EBB53E3-1735-A707-4026-F6E082032A87}"/>
          </ac:picMkLst>
        </pc:picChg>
        <pc:picChg chg="del">
          <ac:chgData name="Soham Chakraborty" userId="364f2e957466cda3" providerId="LiveId" clId="{3F7EBD50-DD30-4669-AEF2-C54354361AD0}" dt="2026-05-09T00:09:34.310" v="3460" actId="478"/>
          <ac:picMkLst>
            <pc:docMk/>
            <pc:sldMk cId="4018561418" sldId="324"/>
            <ac:picMk id="21" creationId="{730595CA-27E6-BDB1-218E-51B9B662080E}"/>
          </ac:picMkLst>
        </pc:picChg>
        <pc:picChg chg="add mod modCrop">
          <ac:chgData name="Soham Chakraborty" userId="364f2e957466cda3" providerId="LiveId" clId="{3F7EBD50-DD30-4669-AEF2-C54354361AD0}" dt="2026-05-09T00:16:16.256" v="3533" actId="1076"/>
          <ac:picMkLst>
            <pc:docMk/>
            <pc:sldMk cId="4018561418" sldId="324"/>
            <ac:picMk id="22" creationId="{0A887655-E33E-9DAA-C01D-8CBCCB65D5BC}"/>
          </ac:picMkLst>
        </pc:picChg>
        <pc:picChg chg="add mod modCrop">
          <ac:chgData name="Soham Chakraborty" userId="364f2e957466cda3" providerId="LiveId" clId="{3F7EBD50-DD30-4669-AEF2-C54354361AD0}" dt="2026-05-09T00:14:44.677" v="3516" actId="14100"/>
          <ac:picMkLst>
            <pc:docMk/>
            <pc:sldMk cId="4018561418" sldId="324"/>
            <ac:picMk id="25" creationId="{DE377627-33C5-E500-CE7E-90311241C817}"/>
          </ac:picMkLst>
        </pc:picChg>
        <pc:picChg chg="add mod modCrop">
          <ac:chgData name="Soham Chakraborty" userId="364f2e957466cda3" providerId="LiveId" clId="{3F7EBD50-DD30-4669-AEF2-C54354361AD0}" dt="2026-05-09T00:15:33.174" v="3524" actId="14100"/>
          <ac:picMkLst>
            <pc:docMk/>
            <pc:sldMk cId="4018561418" sldId="324"/>
            <ac:picMk id="28" creationId="{90BAFC51-F03C-A323-940C-7B48B6BEE165}"/>
          </ac:picMkLst>
        </pc:picChg>
        <pc:picChg chg="add mod modCrop">
          <ac:chgData name="Soham Chakraborty" userId="364f2e957466cda3" providerId="LiveId" clId="{3F7EBD50-DD30-4669-AEF2-C54354361AD0}" dt="2026-05-09T00:16:19.085" v="3534" actId="1076"/>
          <ac:picMkLst>
            <pc:docMk/>
            <pc:sldMk cId="4018561418" sldId="324"/>
            <ac:picMk id="30" creationId="{DCC468CF-B4DA-B26A-BB02-8CD7A2886ED3}"/>
          </ac:picMkLst>
        </pc:picChg>
      </pc:sldChg>
      <pc:sldChg chg="delSp modSp add mod">
        <pc:chgData name="Soham Chakraborty" userId="364f2e957466cda3" providerId="LiveId" clId="{3F7EBD50-DD30-4669-AEF2-C54354361AD0}" dt="2026-05-09T01:01:51.254" v="4944" actId="20577"/>
        <pc:sldMkLst>
          <pc:docMk/>
          <pc:sldMk cId="264528795" sldId="325"/>
        </pc:sldMkLst>
        <pc:spChg chg="mod">
          <ac:chgData name="Soham Chakraborty" userId="364f2e957466cda3" providerId="LiveId" clId="{3F7EBD50-DD30-4669-AEF2-C54354361AD0}" dt="2026-05-09T00:31:49.342" v="3818" actId="1076"/>
          <ac:spMkLst>
            <pc:docMk/>
            <pc:sldMk cId="264528795" sldId="325"/>
            <ac:spMk id="2" creationId="{74CA5F5E-0C49-783A-AB38-7BA46823FE4B}"/>
          </ac:spMkLst>
        </pc:spChg>
        <pc:spChg chg="mod">
          <ac:chgData name="Soham Chakraborty" userId="364f2e957466cda3" providerId="LiveId" clId="{3F7EBD50-DD30-4669-AEF2-C54354361AD0}" dt="2026-05-09T01:01:51.254" v="4944" actId="20577"/>
          <ac:spMkLst>
            <pc:docMk/>
            <pc:sldMk cId="264528795" sldId="325"/>
            <ac:spMk id="27" creationId="{FD52513E-2FCE-9D82-1F22-4352A7D368BA}"/>
          </ac:spMkLst>
        </pc:spChg>
        <pc:picChg chg="del">
          <ac:chgData name="Soham Chakraborty" userId="364f2e957466cda3" providerId="LiveId" clId="{3F7EBD50-DD30-4669-AEF2-C54354361AD0}" dt="2026-05-09T00:32:02.309" v="3819" actId="478"/>
          <ac:picMkLst>
            <pc:docMk/>
            <pc:sldMk cId="264528795" sldId="325"/>
            <ac:picMk id="3" creationId="{43E3E5D4-2FA3-B816-4058-33939CDA8CF3}"/>
          </ac:picMkLst>
        </pc:picChg>
        <pc:picChg chg="del">
          <ac:chgData name="Soham Chakraborty" userId="364f2e957466cda3" providerId="LiveId" clId="{3F7EBD50-DD30-4669-AEF2-C54354361AD0}" dt="2026-05-09T00:32:02.309" v="3819" actId="478"/>
          <ac:picMkLst>
            <pc:docMk/>
            <pc:sldMk cId="264528795" sldId="325"/>
            <ac:picMk id="7" creationId="{3AC437F1-D957-CA5C-093B-6FFDD1CBF392}"/>
          </ac:picMkLst>
        </pc:picChg>
        <pc:picChg chg="del">
          <ac:chgData name="Soham Chakraborty" userId="364f2e957466cda3" providerId="LiveId" clId="{3F7EBD50-DD30-4669-AEF2-C54354361AD0}" dt="2026-05-09T00:32:02.309" v="3819" actId="478"/>
          <ac:picMkLst>
            <pc:docMk/>
            <pc:sldMk cId="264528795" sldId="325"/>
            <ac:picMk id="11" creationId="{24CFCF15-8B85-89EC-76E6-A1B0351BB14D}"/>
          </ac:picMkLst>
        </pc:picChg>
        <pc:picChg chg="del">
          <ac:chgData name="Soham Chakraborty" userId="364f2e957466cda3" providerId="LiveId" clId="{3F7EBD50-DD30-4669-AEF2-C54354361AD0}" dt="2026-05-09T00:32:03.872" v="3820" actId="478"/>
          <ac:picMkLst>
            <pc:docMk/>
            <pc:sldMk cId="264528795" sldId="325"/>
            <ac:picMk id="14" creationId="{993886F3-523F-E814-3905-DF853FBBE94F}"/>
          </ac:picMkLst>
        </pc:picChg>
        <pc:picChg chg="del">
          <ac:chgData name="Soham Chakraborty" userId="364f2e957466cda3" providerId="LiveId" clId="{3F7EBD50-DD30-4669-AEF2-C54354361AD0}" dt="2026-05-09T00:32:05.061" v="3821" actId="478"/>
          <ac:picMkLst>
            <pc:docMk/>
            <pc:sldMk cId="264528795" sldId="325"/>
            <ac:picMk id="18" creationId="{4586748F-9BAE-5750-9DD6-BB842D441BD6}"/>
          </ac:picMkLst>
        </pc:picChg>
        <pc:picChg chg="del">
          <ac:chgData name="Soham Chakraborty" userId="364f2e957466cda3" providerId="LiveId" clId="{3F7EBD50-DD30-4669-AEF2-C54354361AD0}" dt="2026-05-09T00:32:02.309" v="3819" actId="478"/>
          <ac:picMkLst>
            <pc:docMk/>
            <pc:sldMk cId="264528795" sldId="325"/>
            <ac:picMk id="21" creationId="{3DCF12BD-669D-1318-D639-4EB6C3505FF3}"/>
          </ac:picMkLst>
        </pc:picChg>
        <pc:picChg chg="del">
          <ac:chgData name="Soham Chakraborty" userId="364f2e957466cda3" providerId="LiveId" clId="{3F7EBD50-DD30-4669-AEF2-C54354361AD0}" dt="2026-05-09T00:32:02.309" v="3819" actId="478"/>
          <ac:picMkLst>
            <pc:docMk/>
            <pc:sldMk cId="264528795" sldId="325"/>
            <ac:picMk id="25" creationId="{13B80A19-61B8-2FD0-07EC-60B9A8AAD0C2}"/>
          </ac:picMkLst>
        </pc:picChg>
        <pc:picChg chg="del">
          <ac:chgData name="Soham Chakraborty" userId="364f2e957466cda3" providerId="LiveId" clId="{3F7EBD50-DD30-4669-AEF2-C54354361AD0}" dt="2026-05-09T00:32:06.093" v="3822" actId="478"/>
          <ac:picMkLst>
            <pc:docMk/>
            <pc:sldMk cId="264528795" sldId="325"/>
            <ac:picMk id="30" creationId="{251F0AF5-2A8A-95EC-EC64-8F6C63BE1E7E}"/>
          </ac:picMkLst>
        </pc:picChg>
        <pc:cxnChg chg="del">
          <ac:chgData name="Soham Chakraborty" userId="364f2e957466cda3" providerId="LiveId" clId="{3F7EBD50-DD30-4669-AEF2-C54354361AD0}" dt="2026-05-09T00:32:02.309" v="3819" actId="478"/>
          <ac:cxnSpMkLst>
            <pc:docMk/>
            <pc:sldMk cId="264528795" sldId="325"/>
            <ac:cxnSpMk id="15" creationId="{1A65704F-F8EF-CA1E-B87A-4D95D8AE71AD}"/>
          </ac:cxnSpMkLst>
        </pc:cxnChg>
      </pc:sldChg>
      <pc:sldChg chg="modSp add mod">
        <pc:chgData name="Soham Chakraborty" userId="364f2e957466cda3" providerId="LiveId" clId="{3F7EBD50-DD30-4669-AEF2-C54354361AD0}" dt="2026-05-09T01:27:32.970" v="5188" actId="1076"/>
        <pc:sldMkLst>
          <pc:docMk/>
          <pc:sldMk cId="4275315337" sldId="326"/>
        </pc:sldMkLst>
        <pc:spChg chg="mod">
          <ac:chgData name="Soham Chakraborty" userId="364f2e957466cda3" providerId="LiveId" clId="{3F7EBD50-DD30-4669-AEF2-C54354361AD0}" dt="2026-05-09T01:14:01.996" v="4954" actId="1076"/>
          <ac:spMkLst>
            <pc:docMk/>
            <pc:sldMk cId="4275315337" sldId="326"/>
            <ac:spMk id="2" creationId="{4359DE5F-0DBF-026D-F5A6-B7E671FE192C}"/>
          </ac:spMkLst>
        </pc:spChg>
        <pc:spChg chg="mod">
          <ac:chgData name="Soham Chakraborty" userId="364f2e957466cda3" providerId="LiveId" clId="{3F7EBD50-DD30-4669-AEF2-C54354361AD0}" dt="2026-05-09T01:27:32.970" v="5188" actId="1076"/>
          <ac:spMkLst>
            <pc:docMk/>
            <pc:sldMk cId="4275315337" sldId="326"/>
            <ac:spMk id="27" creationId="{95EE5BCC-D202-7119-4720-0D9047F39447}"/>
          </ac:spMkLst>
        </pc:spChg>
      </pc:sldChg>
      <pc:sldChg chg="modSp add mod">
        <pc:chgData name="Soham Chakraborty" userId="364f2e957466cda3" providerId="LiveId" clId="{3F7EBD50-DD30-4669-AEF2-C54354361AD0}" dt="2026-05-09T01:53:24.978" v="5967" actId="1076"/>
        <pc:sldMkLst>
          <pc:docMk/>
          <pc:sldMk cId="3606579974" sldId="327"/>
        </pc:sldMkLst>
        <pc:spChg chg="mod">
          <ac:chgData name="Soham Chakraborty" userId="364f2e957466cda3" providerId="LiveId" clId="{3F7EBD50-DD30-4669-AEF2-C54354361AD0}" dt="2026-05-09T01:49:28.484" v="5786" actId="207"/>
          <ac:spMkLst>
            <pc:docMk/>
            <pc:sldMk cId="3606579974" sldId="327"/>
            <ac:spMk id="2" creationId="{3C20459E-03AD-A092-3CB6-3A29FB98D76A}"/>
          </ac:spMkLst>
        </pc:spChg>
        <pc:spChg chg="mod">
          <ac:chgData name="Soham Chakraborty" userId="364f2e957466cda3" providerId="LiveId" clId="{3F7EBD50-DD30-4669-AEF2-C54354361AD0}" dt="2026-05-09T01:53:24.978" v="5967" actId="1076"/>
          <ac:spMkLst>
            <pc:docMk/>
            <pc:sldMk cId="3606579974" sldId="327"/>
            <ac:spMk id="27" creationId="{E7F5A897-7AC6-36B9-85EF-C7545C03D704}"/>
          </ac:spMkLst>
        </pc:spChg>
      </pc:sldChg>
      <pc:sldChg chg="addSp delSp modSp add mod">
        <pc:chgData name="Soham Chakraborty" userId="364f2e957466cda3" providerId="LiveId" clId="{3F7EBD50-DD30-4669-AEF2-C54354361AD0}" dt="2026-05-09T02:04:52.209" v="6243" actId="20577"/>
        <pc:sldMkLst>
          <pc:docMk/>
          <pc:sldMk cId="3021139614" sldId="328"/>
        </pc:sldMkLst>
        <pc:spChg chg="mod">
          <ac:chgData name="Soham Chakraborty" userId="364f2e957466cda3" providerId="LiveId" clId="{3F7EBD50-DD30-4669-AEF2-C54354361AD0}" dt="2026-05-09T01:50:34.109" v="5804" actId="1076"/>
          <ac:spMkLst>
            <pc:docMk/>
            <pc:sldMk cId="3021139614" sldId="328"/>
            <ac:spMk id="2" creationId="{4C638824-FE67-7C0E-22DA-E17DBD981CE2}"/>
          </ac:spMkLst>
        </pc:spChg>
        <pc:spChg chg="add mod">
          <ac:chgData name="Soham Chakraborty" userId="364f2e957466cda3" providerId="LiveId" clId="{3F7EBD50-DD30-4669-AEF2-C54354361AD0}" dt="2026-05-09T02:04:52.209" v="6243" actId="20577"/>
          <ac:spMkLst>
            <pc:docMk/>
            <pc:sldMk cId="3021139614" sldId="328"/>
            <ac:spMk id="3" creationId="{A0D6212C-B1B4-20FE-C195-AD06410749BE}"/>
          </ac:spMkLst>
        </pc:spChg>
        <pc:spChg chg="del">
          <ac:chgData name="Soham Chakraborty" userId="364f2e957466cda3" providerId="LiveId" clId="{3F7EBD50-DD30-4669-AEF2-C54354361AD0}" dt="2026-05-09T01:54:06.458" v="5968" actId="478"/>
          <ac:spMkLst>
            <pc:docMk/>
            <pc:sldMk cId="3021139614" sldId="328"/>
            <ac:spMk id="27" creationId="{F30A30A6-20E4-2A04-848D-AB4C034EBC7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029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6753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7534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244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307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101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664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25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88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534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456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2499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1820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0152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4811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9511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193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73569D5-5B0F-4DCE-ACEA-A795552B71CB}" type="datetimeFigureOut">
              <a:rPr lang="en-IN" smtClean="0"/>
              <a:t>09-05-2026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C90E98-9B53-4820-AE64-57757480E4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8814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oham-c04/Gomory-Hu-Tree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epubs.siam.org/doi/10.1137/0109047" TargetMode="External"/><Relationship Id="rId7" Type="http://schemas.openxmlformats.org/officeDocument/2006/relationships/hyperlink" Target="https://scispace.com/pdf/algorithms-for-graph-connectivity-and-cut-problems-5ft4a4eiae.pdf" TargetMode="External"/><Relationship Id="rId2" Type="http://schemas.openxmlformats.org/officeDocument/2006/relationships/hyperlink" Target="https://www.cs.yale.edu/homes/lans/readings/routing/ford-max_flow-1956.pdf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1310.0178" TargetMode="External"/><Relationship Id="rId5" Type="http://schemas.openxmlformats.org/officeDocument/2006/relationships/hyperlink" Target="https://ieeexplore.ieee.org/document/244673" TargetMode="External"/><Relationship Id="rId4" Type="http://schemas.openxmlformats.org/officeDocument/2006/relationships/hyperlink" Target="https://epubs.siam.org/doi/10.1137/0219009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66C98-DD00-AC32-BE18-5FF14CBCF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5628" y="642258"/>
            <a:ext cx="8926285" cy="3329581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Gomory-Hu Tree</a:t>
            </a:r>
            <a:endParaRPr lang="en-I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ECF183-A141-9BC3-82ED-D7845D935BAB}"/>
              </a:ext>
            </a:extLst>
          </p:cNvPr>
          <p:cNvSpPr txBox="1"/>
          <p:nvPr/>
        </p:nvSpPr>
        <p:spPr>
          <a:xfrm>
            <a:off x="457202" y="5437256"/>
            <a:ext cx="94379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rgbClr val="FFFF00"/>
                </a:solidFill>
              </a:rPr>
              <a:t>Soham Chakraborty</a:t>
            </a:r>
          </a:p>
          <a:p>
            <a:pPr algn="just"/>
            <a:r>
              <a:rPr lang="en-IN" sz="2000" b="1" dirty="0">
                <a:solidFill>
                  <a:srgbClr val="FFFF00"/>
                </a:solidFill>
              </a:rPr>
              <a:t>22CS02002</a:t>
            </a:r>
          </a:p>
          <a:p>
            <a:pPr algn="just"/>
            <a:r>
              <a:rPr lang="en-IN" sz="2000" b="1" dirty="0">
                <a:solidFill>
                  <a:srgbClr val="FFFF00"/>
                </a:solidFill>
              </a:rPr>
              <a:t>Supervisor: Dr. Joy Chandra Mukherjee</a:t>
            </a:r>
          </a:p>
        </p:txBody>
      </p:sp>
    </p:spTree>
    <p:extLst>
      <p:ext uri="{BB962C8B-B14F-4D97-AF65-F5344CB8AC3E}">
        <p14:creationId xmlns:p14="http://schemas.microsoft.com/office/powerpoint/2010/main" val="3807654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0E65-38E1-1D41-7A5F-96AA9EB21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6097" y="97972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Table of Contents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D9A8F9-CB81-F53A-233E-BE6B3DDE209E}"/>
              </a:ext>
            </a:extLst>
          </p:cNvPr>
          <p:cNvSpPr txBox="1"/>
          <p:nvPr/>
        </p:nvSpPr>
        <p:spPr>
          <a:xfrm>
            <a:off x="2095241" y="1013978"/>
            <a:ext cx="7619998" cy="4263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lnSpc>
                <a:spcPct val="200000"/>
              </a:lnSpc>
              <a:buAutoNum type="arabicPeriod"/>
            </a:pPr>
            <a:r>
              <a:rPr lang="en-IN" sz="2800" b="1" dirty="0"/>
              <a:t>Gomory-Hu Tree</a:t>
            </a:r>
          </a:p>
          <a:p>
            <a:pPr marL="514350" indent="-514350" algn="just">
              <a:lnSpc>
                <a:spcPct val="200000"/>
              </a:lnSpc>
              <a:buAutoNum type="arabicPeriod"/>
            </a:pPr>
            <a:r>
              <a:rPr lang="en-IN" sz="2800" b="1" dirty="0"/>
              <a:t>Dynamic Gomory-Hu Tree</a:t>
            </a:r>
          </a:p>
          <a:p>
            <a:pPr marL="514350" indent="-514350" algn="just">
              <a:lnSpc>
                <a:spcPct val="200000"/>
              </a:lnSpc>
              <a:buAutoNum type="arabicPeriod"/>
            </a:pPr>
            <a:r>
              <a:rPr lang="en-IN" sz="2800" b="1" dirty="0"/>
              <a:t>Applications</a:t>
            </a:r>
          </a:p>
          <a:p>
            <a:pPr marL="514350" indent="-514350" algn="just">
              <a:lnSpc>
                <a:spcPct val="200000"/>
              </a:lnSpc>
              <a:buAutoNum type="arabicPeriod"/>
            </a:pPr>
            <a:r>
              <a:rPr lang="en-IN" sz="2800" b="1" dirty="0"/>
              <a:t>Image Segmentation</a:t>
            </a:r>
          </a:p>
          <a:p>
            <a:pPr marL="514350" indent="-514350" algn="just">
              <a:lnSpc>
                <a:spcPct val="200000"/>
              </a:lnSpc>
              <a:buAutoNum type="arabicPeriod"/>
            </a:pPr>
            <a:r>
              <a:rPr lang="en-IN" sz="2800" b="1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A4E985-C98C-84AA-91FB-01A5AAC12BBC}"/>
              </a:ext>
            </a:extLst>
          </p:cNvPr>
          <p:cNvSpPr txBox="1"/>
          <p:nvPr/>
        </p:nvSpPr>
        <p:spPr>
          <a:xfrm>
            <a:off x="1942841" y="5606144"/>
            <a:ext cx="6340197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92D050"/>
                </a:solidFill>
              </a:rPr>
              <a:t>C++ implementation </a:t>
            </a:r>
            <a:r>
              <a:rPr lang="en-US" sz="2800" dirty="0">
                <a:solidFill>
                  <a:srgbClr val="92D050"/>
                </a:solidFill>
              </a:rPr>
              <a:t>–</a:t>
            </a:r>
            <a:r>
              <a:rPr lang="en-US" sz="2800" dirty="0"/>
              <a:t> </a:t>
            </a:r>
            <a:r>
              <a:rPr lang="en-US" sz="28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Repo</a:t>
            </a:r>
            <a:endParaRPr lang="en-US" sz="2800" dirty="0">
              <a:solidFill>
                <a:srgbClr val="00B0F0"/>
              </a:solidFill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3535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0B43E-48E8-30C0-B847-AF6E8008F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B689F-3054-9E38-F61B-89D5E0E94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Gomory-Hu Tree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F80F64-C10A-3E9C-5D17-B48DB1CFD625}"/>
              </a:ext>
            </a:extLst>
          </p:cNvPr>
          <p:cNvSpPr txBox="1"/>
          <p:nvPr/>
        </p:nvSpPr>
        <p:spPr>
          <a:xfrm>
            <a:off x="1045029" y="1271455"/>
            <a:ext cx="10101942" cy="3824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8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Gomory-Hu Tree </a:t>
            </a:r>
            <a:r>
              <a:rPr lang="en-US" sz="2450" dirty="0"/>
              <a:t>is a </a:t>
            </a:r>
            <a:r>
              <a:rPr lang="en-US" sz="245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min-cut tree </a:t>
            </a:r>
            <a:r>
              <a:rPr lang="en-US" sz="2450" dirty="0"/>
              <a:t>which solves the problem of 	computation of </a:t>
            </a:r>
            <a:r>
              <a:rPr lang="en-US" sz="245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Multi-Terminal Network Flows </a:t>
            </a:r>
            <a:r>
              <a:rPr lang="en-US" sz="24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an 	</a:t>
            </a:r>
            <a:r>
              <a:rPr lang="en-US" sz="245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undirected</a:t>
            </a:r>
            <a:r>
              <a:rPr lang="en-US" sz="245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graph with only (n-1) flow computations. </a:t>
            </a:r>
          </a:p>
          <a:p>
            <a:pPr algn="just">
              <a:spcBef>
                <a:spcPts val="1800"/>
              </a:spcBef>
            </a:pPr>
            <a:endParaRPr lang="en-US" sz="245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algn="just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Complexity of Construction 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– (n-1) * O(</a:t>
            </a:r>
            <a:r>
              <a:rPr lang="en-US" sz="28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max_flow</a:t>
            </a: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  <a:p>
            <a:pPr marL="457200" indent="-457200" algn="just">
              <a:spcBef>
                <a:spcPts val="360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Motivation</a:t>
            </a:r>
            <a:r>
              <a:rPr 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- </a:t>
            </a:r>
            <a:r>
              <a:rPr lang="en-US" sz="2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There exists only (n-1) numerically different flow values in a Graph.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2800149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D3085-867A-286B-A413-23D6231B4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13EA6-086B-2A92-A98E-C207AA53E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Properties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9160C0-A275-3ADD-D326-CCF1FA249055}"/>
              </a:ext>
            </a:extLst>
          </p:cNvPr>
          <p:cNvSpPr txBox="1"/>
          <p:nvPr/>
        </p:nvSpPr>
        <p:spPr>
          <a:xfrm>
            <a:off x="1045028" y="1086398"/>
            <a:ext cx="10167257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800"/>
              </a:spcBef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algn="just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500" dirty="0"/>
              <a:t>For any 2 vertices, the min-Cut separating those vertices in the tree is also a valid min-Cut in the corresponding graph. </a:t>
            </a:r>
            <a:endParaRPr lang="en-US" sz="2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just">
              <a:spcBef>
                <a:spcPts val="4200"/>
              </a:spcBef>
              <a:buFont typeface="Wingdings" panose="05000000000000000000" pitchFamily="2" charset="2"/>
              <a:buChar char="Ø"/>
            </a:pPr>
            <a:r>
              <a:rPr lang="en-US" sz="2500" dirty="0"/>
              <a:t> Flow between any 2 vertices in the graph is numerically equal   </a:t>
            </a:r>
            <a:br>
              <a:rPr lang="en-US" sz="2500" dirty="0"/>
            </a:br>
            <a:r>
              <a:rPr lang="en-US" sz="2500" dirty="0"/>
              <a:t> to the minimum edge capacity on the path between those 2 </a:t>
            </a:r>
            <a:br>
              <a:rPr lang="en-US" sz="2500" dirty="0"/>
            </a:br>
            <a:r>
              <a:rPr lang="en-US" sz="2500" dirty="0"/>
              <a:t> vertices in the corresponding Cut-Tree.</a:t>
            </a:r>
          </a:p>
          <a:p>
            <a:pPr marL="342900" indent="-342900" algn="just">
              <a:spcBef>
                <a:spcPts val="4200"/>
              </a:spcBef>
              <a:buFont typeface="Wingdings" panose="05000000000000000000" pitchFamily="2" charset="2"/>
              <a:buChar char="Ø"/>
            </a:pPr>
            <a:r>
              <a:rPr lang="en-US" sz="2500" dirty="0"/>
              <a:t> Mathematical Representation - f(</a:t>
            </a:r>
            <a:r>
              <a:rPr lang="en-US" sz="2500" dirty="0" err="1"/>
              <a:t>u,v</a:t>
            </a:r>
            <a:r>
              <a:rPr lang="en-US" sz="2500" dirty="0"/>
              <a:t>) = min</a:t>
            </a:r>
            <a:r>
              <a:rPr lang="en-US" sz="2500" baseline="-25000" dirty="0"/>
              <a:t>e </a:t>
            </a:r>
            <a:r>
              <a:rPr lang="az-Cyrl-AZ" sz="2500" baseline="-25000" dirty="0"/>
              <a:t></a:t>
            </a:r>
            <a:r>
              <a:rPr lang="en-US" sz="2500" dirty="0"/>
              <a:t> </a:t>
            </a:r>
            <a:r>
              <a:rPr lang="el-GR" sz="2500" baseline="-25000" dirty="0"/>
              <a:t>π</a:t>
            </a:r>
            <a:r>
              <a:rPr lang="en-US" sz="2500" baseline="-25000" dirty="0"/>
              <a:t>(</a:t>
            </a:r>
            <a:r>
              <a:rPr lang="en-US" sz="2500" baseline="-25000" dirty="0" err="1"/>
              <a:t>u,v</a:t>
            </a:r>
            <a:r>
              <a:rPr lang="en-US" sz="2500" baseline="-25000" dirty="0"/>
              <a:t>) </a:t>
            </a:r>
            <a:r>
              <a:rPr lang="en-US" sz="2500" dirty="0"/>
              <a:t>c(e)</a:t>
            </a:r>
          </a:p>
        </p:txBody>
      </p:sp>
    </p:spTree>
    <p:extLst>
      <p:ext uri="{BB962C8B-B14F-4D97-AF65-F5344CB8AC3E}">
        <p14:creationId xmlns:p14="http://schemas.microsoft.com/office/powerpoint/2010/main" val="2651258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11C45-0938-93C6-67C9-FF0ABC63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4AD45-1057-D66B-6209-1EE38799A7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Dynamic Gomory-Hu Tree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88C11C-DF1C-4B5F-1536-DA0338BA5EC2}"/>
                  </a:ext>
                </a:extLst>
              </p:cNvPr>
              <p:cNvSpPr txBox="1"/>
              <p:nvPr/>
            </p:nvSpPr>
            <p:spPr>
              <a:xfrm>
                <a:off x="859972" y="1184369"/>
                <a:ext cx="10101942" cy="51750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spcBef>
                    <a:spcPts val="1800"/>
                  </a:spcBef>
                </a:pPr>
                <a:r>
                  <a:rPr lang="en-US" sz="2400" b="1" dirty="0">
                    <a:solidFill>
                      <a:srgbClr val="92D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Dynamic Gomory-Hu Tree (DGHT) </a:t>
                </a:r>
                <a:r>
                  <a:rPr lang="en-US" sz="2450" dirty="0"/>
                  <a:t>allows us to efficiently update the initially constructed Gomory-Hu tree after each modification in each weight with minimal number of newer flow computations.</a:t>
                </a:r>
                <a:endParaRPr lang="en-US" sz="245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just">
                  <a:spcBef>
                    <a:spcPts val="1800"/>
                  </a:spcBef>
                </a:pPr>
                <a:endParaRPr lang="en-US" sz="245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algn="just"/>
                <a:r>
                  <a:rPr lang="en-US" sz="2800" b="1" dirty="0">
                    <a:solidFill>
                      <a:srgbClr val="FFFF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Time Complexity</a:t>
                </a:r>
              </a:p>
              <a:p>
                <a:pPr algn="just"/>
                <a:r>
                  <a:rPr lang="en-US" sz="2400" dirty="0"/>
                  <a:t>For any 2 vertices u, v newer flow computations required:</a:t>
                </a:r>
                <a:endParaRPr lang="en-US" sz="2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  <a:p>
                <a:pPr marL="342900" indent="-342900" algn="just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sz="2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Edge is an existing/new Bridge</a:t>
                </a:r>
                <a:r>
                  <a:rPr lang="en-US" sz="2400" dirty="0"/>
                  <a:t>	    </a:t>
                </a:r>
                <a:r>
                  <a:rPr lang="en-US" sz="2800" dirty="0"/>
                  <a:t>=</a:t>
                </a:r>
                <a:r>
                  <a:rPr lang="en-US" sz="2400" dirty="0"/>
                  <a:t>         </a:t>
                </a:r>
                <a:r>
                  <a:rPr lang="en-US" sz="2600" dirty="0"/>
                  <a:t> 0</a:t>
                </a:r>
                <a:endParaRPr lang="en-US" sz="2600" dirty="0">
                  <a:solidFill>
                    <a:srgbClr val="FFFF00"/>
                  </a:solidFill>
                </a:endParaRP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sz="2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Edge weight Increases/Insertion   </a:t>
                </a:r>
                <a:r>
                  <a:rPr lang="en-US" sz="2800" dirty="0"/>
                  <a:t>=   </a:t>
                </a:r>
                <a14:m>
                  <m:oMath xmlns:m="http://schemas.openxmlformats.org/officeDocument/2006/math">
                    <m:r>
                      <a:rPr lang="en-US" sz="25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  <m:r>
                      <a:rPr lang="en-US" sz="2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5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5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2500" dirty="0"/>
              </a:p>
              <a:p>
                <a:pPr marL="457200" indent="-4572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sz="26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Edge weight Decreases/Deletion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≤ 2+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deg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−2)</m:t>
                        </m:r>
                      </m:e>
                    </m:nary>
                  </m:oMath>
                </a14:m>
                <a:endParaRPr lang="en-US" sz="2400" dirty="0"/>
              </a:p>
              <a:p>
                <a:pPr algn="just">
                  <a:lnSpc>
                    <a:spcPct val="200000"/>
                  </a:lnSpc>
                </a:pPr>
                <a:r>
                  <a:rPr lang="en-US" sz="2400" dirty="0"/>
                  <a:t>Worst case – Same as full Static Tree Reconstruction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88C11C-DF1C-4B5F-1536-DA0338BA5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9972" y="1184369"/>
                <a:ext cx="10101942" cy="5175006"/>
              </a:xfrm>
              <a:prstGeom prst="rect">
                <a:avLst/>
              </a:prstGeom>
              <a:blipFill>
                <a:blip r:embed="rId2"/>
                <a:stretch>
                  <a:fillRect l="-1267" t="-942" r="-966" b="-29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7974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DAC27-C550-5E77-CB1F-F92B8E38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4B026-EB9C-1186-DD37-B465A7705F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664" y="0"/>
            <a:ext cx="9262155" cy="805543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Applications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130ED-A564-641F-2704-49149BA7F050}"/>
              </a:ext>
            </a:extLst>
          </p:cNvPr>
          <p:cNvSpPr txBox="1"/>
          <p:nvPr/>
        </p:nvSpPr>
        <p:spPr>
          <a:xfrm>
            <a:off x="975064" y="911702"/>
            <a:ext cx="10493828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800"/>
              </a:spcBef>
            </a:pPr>
            <a:r>
              <a:rPr lang="en-US" sz="2800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Primarily all are cut-based Clustering:-</a:t>
            </a:r>
          </a:p>
          <a:p>
            <a:pPr marL="342900" indent="-342900" algn="just"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Computer Vision </a:t>
            </a:r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(Image Segmentation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 algn="just">
              <a:lnSpc>
                <a:spcPct val="250000"/>
              </a:lnSpc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Network Reliability and Resilience analysis</a:t>
            </a:r>
          </a:p>
          <a:p>
            <a:pPr marL="342900" indent="-342900">
              <a:lnSpc>
                <a:spcPct val="200000"/>
              </a:lnSpc>
              <a:spcBef>
                <a:spcPts val="1800"/>
              </a:spcBef>
              <a:buFont typeface="Wingdings" panose="05000000000000000000" pitchFamily="2" charset="2"/>
              <a:buChar char="q"/>
            </a:pP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Community Detection</a:t>
            </a:r>
            <a:endParaRPr lang="en-US" sz="2800" dirty="0"/>
          </a:p>
          <a:p>
            <a:pPr marL="342900" indent="-342900">
              <a:spcBef>
                <a:spcPts val="4800"/>
              </a:spcBef>
              <a:buFont typeface="Wingdings" panose="05000000000000000000" pitchFamily="2" charset="2"/>
              <a:buChar char="q"/>
            </a:pPr>
            <a:r>
              <a:rPr lang="en-US" sz="3200" dirty="0"/>
              <a:t> </a:t>
            </a:r>
            <a:r>
              <a:rPr lang="en-US" sz="2800" dirty="0"/>
              <a:t>   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Clustering of protein structures </a:t>
            </a:r>
            <a:r>
              <a:rPr lang="en-US" sz="2800" dirty="0"/>
              <a:t>into strongly connected groups, to identify real PPI.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5531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CD8B9-36F3-B917-0D4E-4E5D77463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50A1D-5DB3-5D60-7933-B4D12BE276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Image Segmentation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C3BF87-6B2A-BE42-BB5D-68C974358BB0}"/>
              </a:ext>
            </a:extLst>
          </p:cNvPr>
          <p:cNvSpPr txBox="1"/>
          <p:nvPr/>
        </p:nvSpPr>
        <p:spPr>
          <a:xfrm>
            <a:off x="936173" y="1674226"/>
            <a:ext cx="10101942" cy="4039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450" dirty="0"/>
              <a:t>The goal of </a:t>
            </a:r>
            <a:r>
              <a:rPr lang="en-US" sz="28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Image Segmentation</a:t>
            </a:r>
            <a:r>
              <a:rPr lang="en-US" sz="2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450" dirty="0"/>
              <a:t>is to partition an image into multiple separate images having some physical significance or meaning.</a:t>
            </a:r>
          </a:p>
          <a:p>
            <a:pPr>
              <a:spcBef>
                <a:spcPts val="1800"/>
              </a:spcBef>
            </a:pPr>
            <a:endParaRPr lang="en-US" sz="2450" dirty="0"/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Hierarchical clustering algorithm is used.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Effectively equivalent to searching for closed contours containing isolated strong edges.</a:t>
            </a:r>
          </a:p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3616209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85729-F1FE-01F3-EB14-50A072A06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F6727-E89E-6553-CD0A-13FF7B47F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1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1FFE19-F2C0-6324-734B-6BD08777599C}"/>
              </a:ext>
            </a:extLst>
          </p:cNvPr>
          <p:cNvSpPr txBox="1"/>
          <p:nvPr/>
        </p:nvSpPr>
        <p:spPr>
          <a:xfrm>
            <a:off x="3158186" y="1111613"/>
            <a:ext cx="926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500" dirty="0"/>
              <a:t>Convert Image Matrix to Graph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E1AF96-311D-15F1-BC8E-B4B20B3D0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758" y="1867761"/>
            <a:ext cx="6090415" cy="45471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705343-5515-D858-0A2D-5956ECCCEA72}"/>
                  </a:ext>
                </a:extLst>
              </p:cNvPr>
              <p:cNvSpPr txBox="1"/>
              <p:nvPr/>
            </p:nvSpPr>
            <p:spPr>
              <a:xfrm>
                <a:off x="7202229" y="2712461"/>
                <a:ext cx="4826486" cy="19225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:r>
                  <a:rPr lang="en-US" sz="2500" dirty="0"/>
                  <a:t>Nodes = Pixels</a:t>
                </a:r>
              </a:p>
              <a:p>
                <a:pPr marL="342900" indent="-342900"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:r>
                  <a:rPr lang="en-US" sz="2500" dirty="0"/>
                  <a:t>Edges = Adjacent pixels</a:t>
                </a:r>
              </a:p>
              <a:p>
                <a:pPr marL="342900" indent="-342900"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:r>
                  <a:rPr lang="en-US" sz="2500" dirty="0"/>
                  <a:t>Edge weight c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5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5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5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5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5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den>
                        </m:f>
                      </m:sup>
                    </m:sSup>
                  </m:oMath>
                </a14:m>
                <a:endParaRPr lang="en-US" sz="25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705343-5515-D858-0A2D-5956ECCCE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2229" y="2712461"/>
                <a:ext cx="4826486" cy="1922578"/>
              </a:xfrm>
              <a:prstGeom prst="rect">
                <a:avLst/>
              </a:prstGeom>
              <a:blipFill>
                <a:blip r:embed="rId3"/>
                <a:stretch>
                  <a:fillRect l="-1768" t="-2857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1587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9053B-DB15-5206-B55F-55AF6D9F0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38AE9-49F5-C386-FB70-83995595EC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2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691BED-172A-C85C-71AE-CB03BBCBC14D}"/>
              </a:ext>
            </a:extLst>
          </p:cNvPr>
          <p:cNvSpPr txBox="1"/>
          <p:nvPr/>
        </p:nvSpPr>
        <p:spPr>
          <a:xfrm>
            <a:off x="2276302" y="1120580"/>
            <a:ext cx="926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500" dirty="0"/>
              <a:t>Partition Graph into multiple of smaller subgraphs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BDBC98-0CE5-51EF-4F36-D2615231F4F7}"/>
              </a:ext>
            </a:extLst>
          </p:cNvPr>
          <p:cNvSpPr txBox="1"/>
          <p:nvPr/>
        </p:nvSpPr>
        <p:spPr>
          <a:xfrm>
            <a:off x="7245772" y="3561547"/>
            <a:ext cx="482648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500" dirty="0"/>
              <a:t>Window size = 3 x 3 (here)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D3D0B9-9362-64BD-F5FA-69B7722506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986" y="1870066"/>
            <a:ext cx="4614355" cy="461435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DC266FE-53CB-04B0-3348-6D619ECF14F1}"/>
              </a:ext>
            </a:extLst>
          </p:cNvPr>
          <p:cNvSpPr/>
          <p:nvPr/>
        </p:nvSpPr>
        <p:spPr>
          <a:xfrm>
            <a:off x="1632857" y="1709349"/>
            <a:ext cx="2351313" cy="2329252"/>
          </a:xfrm>
          <a:prstGeom prst="round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D0F4E2-4BD6-E79F-3A23-A4D822A40185}"/>
              </a:ext>
            </a:extLst>
          </p:cNvPr>
          <p:cNvSpPr/>
          <p:nvPr/>
        </p:nvSpPr>
        <p:spPr>
          <a:xfrm>
            <a:off x="4278085" y="1709349"/>
            <a:ext cx="2351313" cy="2329252"/>
          </a:xfrm>
          <a:prstGeom prst="round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EA10019-109D-8CEE-A8F8-3A3BF2C69CFB}"/>
              </a:ext>
            </a:extLst>
          </p:cNvPr>
          <p:cNvSpPr/>
          <p:nvPr/>
        </p:nvSpPr>
        <p:spPr>
          <a:xfrm>
            <a:off x="1632858" y="4311034"/>
            <a:ext cx="2351312" cy="2329250"/>
          </a:xfrm>
          <a:prstGeom prst="round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6130E1C-9291-D486-A9D8-6BC434D05970}"/>
              </a:ext>
            </a:extLst>
          </p:cNvPr>
          <p:cNvSpPr/>
          <p:nvPr/>
        </p:nvSpPr>
        <p:spPr>
          <a:xfrm>
            <a:off x="4278085" y="4311033"/>
            <a:ext cx="2363385" cy="2329251"/>
          </a:xfrm>
          <a:prstGeom prst="round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580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6DD22-0668-F566-07DA-75EFC66D3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ED2DA-6846-E0E8-9661-ACB0BF5F4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3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87A589-98B7-6C7F-DB18-389974224D96}"/>
              </a:ext>
            </a:extLst>
          </p:cNvPr>
          <p:cNvSpPr txBox="1"/>
          <p:nvPr/>
        </p:nvSpPr>
        <p:spPr>
          <a:xfrm>
            <a:off x="2521225" y="1087443"/>
            <a:ext cx="776988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500" dirty="0"/>
              <a:t>Compute Gomory-Hu Tree for each subgraph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D37F359-8857-1757-EF62-5C0E0E17B4D5}"/>
              </a:ext>
            </a:extLst>
          </p:cNvPr>
          <p:cNvSpPr/>
          <p:nvPr/>
        </p:nvSpPr>
        <p:spPr>
          <a:xfrm>
            <a:off x="7445828" y="2590801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F60169E-82C3-8F72-7ED6-A4B4E9D5F97A}"/>
              </a:ext>
            </a:extLst>
          </p:cNvPr>
          <p:cNvSpPr/>
          <p:nvPr/>
        </p:nvSpPr>
        <p:spPr>
          <a:xfrm>
            <a:off x="7445827" y="3754615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EEA2874-19B9-F829-CF39-C647139D4974}"/>
              </a:ext>
            </a:extLst>
          </p:cNvPr>
          <p:cNvSpPr/>
          <p:nvPr/>
        </p:nvSpPr>
        <p:spPr>
          <a:xfrm>
            <a:off x="5720372" y="3754615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FD2C2DA-85C5-2A42-FC5E-24BEB844A488}"/>
              </a:ext>
            </a:extLst>
          </p:cNvPr>
          <p:cNvSpPr/>
          <p:nvPr/>
        </p:nvSpPr>
        <p:spPr>
          <a:xfrm>
            <a:off x="3646714" y="3733801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D24FB6-A2E0-274E-EE38-D16DD7347B45}"/>
              </a:ext>
            </a:extLst>
          </p:cNvPr>
          <p:cNvSpPr/>
          <p:nvPr/>
        </p:nvSpPr>
        <p:spPr>
          <a:xfrm>
            <a:off x="3646714" y="2536373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71A30E-BA4C-0D35-07DC-56F8A5B11DA6}"/>
              </a:ext>
            </a:extLst>
          </p:cNvPr>
          <p:cNvSpPr/>
          <p:nvPr/>
        </p:nvSpPr>
        <p:spPr>
          <a:xfrm>
            <a:off x="5720372" y="2570947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5F577FE-E2D6-E334-11C1-826A4456E00E}"/>
              </a:ext>
            </a:extLst>
          </p:cNvPr>
          <p:cNvSpPr/>
          <p:nvPr/>
        </p:nvSpPr>
        <p:spPr>
          <a:xfrm>
            <a:off x="7445827" y="5061858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4458848-C95E-1AF1-CA94-A854E06A5D75}"/>
              </a:ext>
            </a:extLst>
          </p:cNvPr>
          <p:cNvSpPr/>
          <p:nvPr/>
        </p:nvSpPr>
        <p:spPr>
          <a:xfrm>
            <a:off x="5720371" y="5061858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245F24-9CCE-2423-59A4-81AF440213EA}"/>
              </a:ext>
            </a:extLst>
          </p:cNvPr>
          <p:cNvSpPr/>
          <p:nvPr/>
        </p:nvSpPr>
        <p:spPr>
          <a:xfrm>
            <a:off x="3646714" y="5061858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EAF544-CA59-B527-27FB-C5CCC94401C0}"/>
              </a:ext>
            </a:extLst>
          </p:cNvPr>
          <p:cNvCxnSpPr>
            <a:stCxn id="18" idx="6"/>
            <a:endCxn id="19" idx="2"/>
          </p:cNvCxnSpPr>
          <p:nvPr/>
        </p:nvCxnSpPr>
        <p:spPr>
          <a:xfrm>
            <a:off x="4136571" y="2774900"/>
            <a:ext cx="1583801" cy="34574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0E2FD71-8A40-984E-8F7B-63533589A4AB}"/>
              </a:ext>
            </a:extLst>
          </p:cNvPr>
          <p:cNvCxnSpPr>
            <a:cxnSpLocks/>
            <a:stCxn id="19" idx="6"/>
            <a:endCxn id="4" idx="2"/>
          </p:cNvCxnSpPr>
          <p:nvPr/>
        </p:nvCxnSpPr>
        <p:spPr>
          <a:xfrm>
            <a:off x="6210229" y="2809474"/>
            <a:ext cx="1235599" cy="19854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90AB818-515B-818F-C9F2-FC7507A2E9CE}"/>
              </a:ext>
            </a:extLst>
          </p:cNvPr>
          <p:cNvCxnSpPr/>
          <p:nvPr/>
        </p:nvCxnSpPr>
        <p:spPr>
          <a:xfrm>
            <a:off x="4136570" y="3972328"/>
            <a:ext cx="1583801" cy="34574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17F1741-C54E-2C0A-0389-4897CDBD2749}"/>
              </a:ext>
            </a:extLst>
          </p:cNvPr>
          <p:cNvCxnSpPr/>
          <p:nvPr/>
        </p:nvCxnSpPr>
        <p:spPr>
          <a:xfrm>
            <a:off x="4136569" y="5265811"/>
            <a:ext cx="1583801" cy="34574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F7893F-FBEA-B6F6-FAE7-C33B37E6441F}"/>
              </a:ext>
            </a:extLst>
          </p:cNvPr>
          <p:cNvCxnSpPr>
            <a:cxnSpLocks/>
          </p:cNvCxnSpPr>
          <p:nvPr/>
        </p:nvCxnSpPr>
        <p:spPr>
          <a:xfrm>
            <a:off x="6210228" y="4006902"/>
            <a:ext cx="1235599" cy="19854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32FC2C4-8C06-224F-909F-816ED15B2D60}"/>
              </a:ext>
            </a:extLst>
          </p:cNvPr>
          <p:cNvCxnSpPr>
            <a:cxnSpLocks/>
          </p:cNvCxnSpPr>
          <p:nvPr/>
        </p:nvCxnSpPr>
        <p:spPr>
          <a:xfrm>
            <a:off x="6210225" y="5300385"/>
            <a:ext cx="1235599" cy="19854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0607D4C-7D73-5F69-541D-8C6F78ADD25A}"/>
              </a:ext>
            </a:extLst>
          </p:cNvPr>
          <p:cNvCxnSpPr>
            <a:stCxn id="18" idx="4"/>
            <a:endCxn id="17" idx="0"/>
          </p:cNvCxnSpPr>
          <p:nvPr/>
        </p:nvCxnSpPr>
        <p:spPr>
          <a:xfrm>
            <a:off x="3891643" y="3013427"/>
            <a:ext cx="0" cy="720374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B678672-8C95-720F-A143-7ED11D3BBB33}"/>
              </a:ext>
            </a:extLst>
          </p:cNvPr>
          <p:cNvCxnSpPr/>
          <p:nvPr/>
        </p:nvCxnSpPr>
        <p:spPr>
          <a:xfrm>
            <a:off x="5965299" y="3034241"/>
            <a:ext cx="0" cy="720374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953755A-5525-2125-EED6-3D49D34B734A}"/>
              </a:ext>
            </a:extLst>
          </p:cNvPr>
          <p:cNvCxnSpPr/>
          <p:nvPr/>
        </p:nvCxnSpPr>
        <p:spPr>
          <a:xfrm>
            <a:off x="7685312" y="3034241"/>
            <a:ext cx="0" cy="720374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3FEE98B-ED8E-5B7F-3732-661473FDD723}"/>
              </a:ext>
            </a:extLst>
          </p:cNvPr>
          <p:cNvCxnSpPr>
            <a:stCxn id="17" idx="4"/>
            <a:endCxn id="22" idx="0"/>
          </p:cNvCxnSpPr>
          <p:nvPr/>
        </p:nvCxnSpPr>
        <p:spPr>
          <a:xfrm>
            <a:off x="3891643" y="4210855"/>
            <a:ext cx="0" cy="851003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B26CABC-EACF-275F-06F1-895550167E2E}"/>
              </a:ext>
            </a:extLst>
          </p:cNvPr>
          <p:cNvCxnSpPr/>
          <p:nvPr/>
        </p:nvCxnSpPr>
        <p:spPr>
          <a:xfrm>
            <a:off x="5965299" y="4231669"/>
            <a:ext cx="0" cy="851003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D1E7647-E863-347B-DF84-C9ECA9DFFFD3}"/>
              </a:ext>
            </a:extLst>
          </p:cNvPr>
          <p:cNvCxnSpPr/>
          <p:nvPr/>
        </p:nvCxnSpPr>
        <p:spPr>
          <a:xfrm>
            <a:off x="7685312" y="4231669"/>
            <a:ext cx="0" cy="851003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673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FD3C0-BB47-022A-81D9-8568457E9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AF0C4-EFCE-DB10-3C15-BEC6D16F0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4 (Condensation)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8E25C6-3925-62F3-D2CD-50A460FE08F4}"/>
                  </a:ext>
                </a:extLst>
              </p:cNvPr>
              <p:cNvSpPr txBox="1"/>
              <p:nvPr/>
            </p:nvSpPr>
            <p:spPr>
              <a:xfrm>
                <a:off x="1456630" y="1225206"/>
                <a:ext cx="9278739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:r>
                  <a:rPr lang="en-US" sz="2500" dirty="0"/>
                  <a:t>Permanently condense all vertices inside GHT having edge capacities </a:t>
                </a:r>
                <a14:m>
                  <m:oMath xmlns:m="http://schemas.openxmlformats.org/officeDocument/2006/math">
                    <m:r>
                      <a:rPr lang="en-US" sz="25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500" dirty="0"/>
                  <a:t> </a:t>
                </a:r>
                <a:r>
                  <a:rPr lang="en-US" sz="2500" i="1" dirty="0"/>
                  <a:t>THRESHOLD.</a:t>
                </a:r>
              </a:p>
              <a:p>
                <a:pPr marL="342900" indent="-342900">
                  <a:spcBef>
                    <a:spcPts val="1800"/>
                  </a:spcBef>
                  <a:buFont typeface="Arial" panose="020B0604020202020204" pitchFamily="34" charset="0"/>
                  <a:buChar char="•"/>
                </a:pPr>
                <a:r>
                  <a:rPr lang="en-US" sz="2500" dirty="0"/>
                  <a:t>Temporarily condense all maximal interior branches.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8E25C6-3925-62F3-D2CD-50A460FE0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6630" y="1225206"/>
                <a:ext cx="9278739" cy="1477328"/>
              </a:xfrm>
              <a:prstGeom prst="rect">
                <a:avLst/>
              </a:prstGeom>
              <a:blipFill>
                <a:blip r:embed="rId2"/>
                <a:stretch>
                  <a:fillRect l="-986" t="-3719" b="-86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5533896D-6EA2-98C8-5F18-56FB3A319B45}"/>
              </a:ext>
            </a:extLst>
          </p:cNvPr>
          <p:cNvSpPr/>
          <p:nvPr/>
        </p:nvSpPr>
        <p:spPr>
          <a:xfrm>
            <a:off x="10490440" y="3055360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1E5E7E8-B96B-E56E-0FDF-46C10DF26827}"/>
              </a:ext>
            </a:extLst>
          </p:cNvPr>
          <p:cNvSpPr/>
          <p:nvPr/>
        </p:nvSpPr>
        <p:spPr>
          <a:xfrm>
            <a:off x="3697815" y="4451297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1F6777D-1FB9-CF8A-B023-0C60DA0FE408}"/>
              </a:ext>
            </a:extLst>
          </p:cNvPr>
          <p:cNvSpPr/>
          <p:nvPr/>
        </p:nvSpPr>
        <p:spPr>
          <a:xfrm>
            <a:off x="10490440" y="5654566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1E0877-651B-DDD9-79B1-6F31E6510602}"/>
              </a:ext>
            </a:extLst>
          </p:cNvPr>
          <p:cNvSpPr/>
          <p:nvPr/>
        </p:nvSpPr>
        <p:spPr>
          <a:xfrm>
            <a:off x="5374819" y="3055360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641DB41-3AB8-B993-C2EB-D22041985FEF}"/>
              </a:ext>
            </a:extLst>
          </p:cNvPr>
          <p:cNvSpPr/>
          <p:nvPr/>
        </p:nvSpPr>
        <p:spPr>
          <a:xfrm>
            <a:off x="7238323" y="4451297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E58E19A-0558-40AC-2BDB-D8C4706E39EF}"/>
              </a:ext>
            </a:extLst>
          </p:cNvPr>
          <p:cNvSpPr/>
          <p:nvPr/>
        </p:nvSpPr>
        <p:spPr>
          <a:xfrm>
            <a:off x="9192913" y="4451297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C301CF-13EC-350A-EA6A-1A5DB6AD5FEE}"/>
              </a:ext>
            </a:extLst>
          </p:cNvPr>
          <p:cNvSpPr/>
          <p:nvPr/>
        </p:nvSpPr>
        <p:spPr>
          <a:xfrm>
            <a:off x="2046585" y="5736772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F3244AF-5156-578E-F363-C09F88D0770D}"/>
              </a:ext>
            </a:extLst>
          </p:cNvPr>
          <p:cNvSpPr/>
          <p:nvPr/>
        </p:nvSpPr>
        <p:spPr>
          <a:xfrm>
            <a:off x="2046586" y="3055360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17B16B6-1A22-D89D-7FBE-08D0D681B74B}"/>
              </a:ext>
            </a:extLst>
          </p:cNvPr>
          <p:cNvSpPr/>
          <p:nvPr/>
        </p:nvSpPr>
        <p:spPr>
          <a:xfrm>
            <a:off x="5374819" y="4451297"/>
            <a:ext cx="489857" cy="47705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4AD08E1-F4E2-0DCA-1092-5EEEFBED03A2}"/>
              </a:ext>
            </a:extLst>
          </p:cNvPr>
          <p:cNvCxnSpPr>
            <a:stCxn id="18" idx="6"/>
            <a:endCxn id="19" idx="2"/>
          </p:cNvCxnSpPr>
          <p:nvPr/>
        </p:nvCxnSpPr>
        <p:spPr>
          <a:xfrm>
            <a:off x="7728180" y="4689824"/>
            <a:ext cx="1464733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B2E484A-17BE-E369-A929-9016954CD87E}"/>
              </a:ext>
            </a:extLst>
          </p:cNvPr>
          <p:cNvCxnSpPr>
            <a:cxnSpLocks/>
            <a:stCxn id="17" idx="4"/>
            <a:endCxn id="22" idx="0"/>
          </p:cNvCxnSpPr>
          <p:nvPr/>
        </p:nvCxnSpPr>
        <p:spPr>
          <a:xfrm>
            <a:off x="5619748" y="3532414"/>
            <a:ext cx="0" cy="918883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5794DBC7-3C16-E1EA-B896-EBB740E942CB}"/>
              </a:ext>
            </a:extLst>
          </p:cNvPr>
          <p:cNvCxnSpPr>
            <a:stCxn id="4" idx="3"/>
            <a:endCxn id="19" idx="7"/>
          </p:cNvCxnSpPr>
          <p:nvPr/>
        </p:nvCxnSpPr>
        <p:spPr>
          <a:xfrm flipH="1">
            <a:off x="9611032" y="3462551"/>
            <a:ext cx="951146" cy="1058609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8CC2EB82-7864-70CE-3734-E5D0A23CF84A}"/>
              </a:ext>
            </a:extLst>
          </p:cNvPr>
          <p:cNvCxnSpPr>
            <a:stCxn id="15" idx="1"/>
            <a:endCxn id="19" idx="5"/>
          </p:cNvCxnSpPr>
          <p:nvPr/>
        </p:nvCxnSpPr>
        <p:spPr>
          <a:xfrm flipH="1" flipV="1">
            <a:off x="9611032" y="4858488"/>
            <a:ext cx="951146" cy="865941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89798A6-757A-5BA3-61B0-CF406B27CDED}"/>
              </a:ext>
            </a:extLst>
          </p:cNvPr>
          <p:cNvCxnSpPr>
            <a:stCxn id="18" idx="2"/>
            <a:endCxn id="22" idx="6"/>
          </p:cNvCxnSpPr>
          <p:nvPr/>
        </p:nvCxnSpPr>
        <p:spPr>
          <a:xfrm flipH="1">
            <a:off x="5864676" y="4689824"/>
            <a:ext cx="1373647" cy="0"/>
          </a:xfrm>
          <a:prstGeom prst="line">
            <a:avLst/>
          </a:prstGeom>
          <a:ln w="76200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563567CB-7079-40DB-6053-209E0C358E78}"/>
              </a:ext>
            </a:extLst>
          </p:cNvPr>
          <p:cNvCxnSpPr>
            <a:stCxn id="22" idx="2"/>
            <a:endCxn id="13" idx="6"/>
          </p:cNvCxnSpPr>
          <p:nvPr/>
        </p:nvCxnSpPr>
        <p:spPr>
          <a:xfrm flipH="1">
            <a:off x="4187672" y="4689824"/>
            <a:ext cx="1187147" cy="0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1C65CBE5-1E22-5467-E54D-5C84637F36A8}"/>
              </a:ext>
            </a:extLst>
          </p:cNvPr>
          <p:cNvCxnSpPr>
            <a:stCxn id="13" idx="1"/>
            <a:endCxn id="21" idx="5"/>
          </p:cNvCxnSpPr>
          <p:nvPr/>
        </p:nvCxnSpPr>
        <p:spPr>
          <a:xfrm flipH="1" flipV="1">
            <a:off x="2464705" y="3462551"/>
            <a:ext cx="1304848" cy="1058609"/>
          </a:xfrm>
          <a:prstGeom prst="line">
            <a:avLst/>
          </a:prstGeom>
          <a:ln w="762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46C5780-E275-96CC-235E-47AE51C9C608}"/>
              </a:ext>
            </a:extLst>
          </p:cNvPr>
          <p:cNvCxnSpPr>
            <a:stCxn id="21" idx="4"/>
            <a:endCxn id="20" idx="0"/>
          </p:cNvCxnSpPr>
          <p:nvPr/>
        </p:nvCxnSpPr>
        <p:spPr>
          <a:xfrm flipH="1">
            <a:off x="2291514" y="3532414"/>
            <a:ext cx="1" cy="2204358"/>
          </a:xfrm>
          <a:prstGeom prst="line">
            <a:avLst/>
          </a:prstGeom>
          <a:ln w="762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DA28817A-103B-8CCA-A56F-FE5B668B1A05}"/>
              </a:ext>
            </a:extLst>
          </p:cNvPr>
          <p:cNvSpPr/>
          <p:nvPr/>
        </p:nvSpPr>
        <p:spPr>
          <a:xfrm>
            <a:off x="1692249" y="2873829"/>
            <a:ext cx="1219545" cy="3559628"/>
          </a:xfrm>
          <a:custGeom>
            <a:avLst/>
            <a:gdLst>
              <a:gd name="csX0" fmla="*/ 158322 w 1219545"/>
              <a:gd name="csY0" fmla="*/ 439959 h 4063068"/>
              <a:gd name="csX1" fmla="*/ 93008 w 1219545"/>
              <a:gd name="csY1" fmla="*/ 3673016 h 4063068"/>
              <a:gd name="csX2" fmla="*/ 1138037 w 1219545"/>
              <a:gd name="csY2" fmla="*/ 3640359 h 4063068"/>
              <a:gd name="csX3" fmla="*/ 1040065 w 1219545"/>
              <a:gd name="csY3" fmla="*/ 374645 h 4063068"/>
              <a:gd name="csX4" fmla="*/ 158322 w 1219545"/>
              <a:gd name="csY4" fmla="*/ 439959 h 40630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219545" h="4063068">
                <a:moveTo>
                  <a:pt x="158322" y="439959"/>
                </a:moveTo>
                <a:cubicBezTo>
                  <a:pt x="479" y="989688"/>
                  <a:pt x="-70278" y="3139616"/>
                  <a:pt x="93008" y="3673016"/>
                </a:cubicBezTo>
                <a:cubicBezTo>
                  <a:pt x="256294" y="4206416"/>
                  <a:pt x="980194" y="4190088"/>
                  <a:pt x="1138037" y="3640359"/>
                </a:cubicBezTo>
                <a:cubicBezTo>
                  <a:pt x="1295880" y="3090631"/>
                  <a:pt x="1203351" y="908045"/>
                  <a:pt x="1040065" y="374645"/>
                </a:cubicBezTo>
                <a:cubicBezTo>
                  <a:pt x="876779" y="-158755"/>
                  <a:pt x="316165" y="-109770"/>
                  <a:pt x="158322" y="439959"/>
                </a:cubicBezTo>
                <a:close/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4" name="Freeform: Shape 83">
            <a:extLst>
              <a:ext uri="{FF2B5EF4-FFF2-40B4-BE49-F238E27FC236}">
                <a16:creationId xmlns:a16="http://schemas.microsoft.com/office/drawing/2014/main" id="{D26DC1D1-BA0D-63A5-6D5E-C0CC60E9CF99}"/>
              </a:ext>
            </a:extLst>
          </p:cNvPr>
          <p:cNvSpPr/>
          <p:nvPr/>
        </p:nvSpPr>
        <p:spPr>
          <a:xfrm>
            <a:off x="4973693" y="2776634"/>
            <a:ext cx="6373480" cy="3715918"/>
          </a:xfrm>
          <a:custGeom>
            <a:avLst/>
            <a:gdLst>
              <a:gd name="csX0" fmla="*/ 5708432 w 6373480"/>
              <a:gd name="csY0" fmla="*/ 33468 h 3715918"/>
              <a:gd name="csX1" fmla="*/ 4369489 w 6373480"/>
              <a:gd name="csY1" fmla="*/ 1470382 h 3715918"/>
              <a:gd name="csX2" fmla="*/ 548604 w 6373480"/>
              <a:gd name="csY2" fmla="*/ 1437725 h 3715918"/>
              <a:gd name="csX3" fmla="*/ 417975 w 6373480"/>
              <a:gd name="csY3" fmla="*/ 2450097 h 3715918"/>
              <a:gd name="csX4" fmla="*/ 4271518 w 6373480"/>
              <a:gd name="csY4" fmla="*/ 2482754 h 3715918"/>
              <a:gd name="csX5" fmla="*/ 5577804 w 6373480"/>
              <a:gd name="csY5" fmla="*/ 3691068 h 3715918"/>
              <a:gd name="csX6" fmla="*/ 6361575 w 6373480"/>
              <a:gd name="csY6" fmla="*/ 3201211 h 3715918"/>
              <a:gd name="csX7" fmla="*/ 5185918 w 6373480"/>
              <a:gd name="csY7" fmla="*/ 2058211 h 3715918"/>
              <a:gd name="csX8" fmla="*/ 6361575 w 6373480"/>
              <a:gd name="csY8" fmla="*/ 588640 h 3715918"/>
              <a:gd name="csX9" fmla="*/ 5708432 w 6373480"/>
              <a:gd name="csY9" fmla="*/ 33468 h 37159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6373480" h="3715918">
                <a:moveTo>
                  <a:pt x="5708432" y="33468"/>
                </a:moveTo>
                <a:cubicBezTo>
                  <a:pt x="5376418" y="180425"/>
                  <a:pt x="5229460" y="1236339"/>
                  <a:pt x="4369489" y="1470382"/>
                </a:cubicBezTo>
                <a:cubicBezTo>
                  <a:pt x="3509518" y="1704425"/>
                  <a:pt x="1207190" y="1274439"/>
                  <a:pt x="548604" y="1437725"/>
                </a:cubicBezTo>
                <a:cubicBezTo>
                  <a:pt x="-109982" y="1601011"/>
                  <a:pt x="-202511" y="2275926"/>
                  <a:pt x="417975" y="2450097"/>
                </a:cubicBezTo>
                <a:cubicBezTo>
                  <a:pt x="1038461" y="2624268"/>
                  <a:pt x="3411546" y="2275926"/>
                  <a:pt x="4271518" y="2482754"/>
                </a:cubicBezTo>
                <a:cubicBezTo>
                  <a:pt x="5131489" y="2689583"/>
                  <a:pt x="5229461" y="3571325"/>
                  <a:pt x="5577804" y="3691068"/>
                </a:cubicBezTo>
                <a:cubicBezTo>
                  <a:pt x="5926147" y="3810811"/>
                  <a:pt x="6426889" y="3473354"/>
                  <a:pt x="6361575" y="3201211"/>
                </a:cubicBezTo>
                <a:cubicBezTo>
                  <a:pt x="6296261" y="2929068"/>
                  <a:pt x="5185918" y="2493639"/>
                  <a:pt x="5185918" y="2058211"/>
                </a:cubicBezTo>
                <a:cubicBezTo>
                  <a:pt x="5185918" y="1622783"/>
                  <a:pt x="6274489" y="926097"/>
                  <a:pt x="6361575" y="588640"/>
                </a:cubicBezTo>
                <a:cubicBezTo>
                  <a:pt x="6448661" y="251183"/>
                  <a:pt x="6040446" y="-113489"/>
                  <a:pt x="5708432" y="33468"/>
                </a:cubicBezTo>
                <a:close/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8E444C3-77FC-FF4D-36E7-8DE0FFDD471A}"/>
              </a:ext>
            </a:extLst>
          </p:cNvPr>
          <p:cNvCxnSpPr/>
          <p:nvPr/>
        </p:nvCxnSpPr>
        <p:spPr>
          <a:xfrm flipH="1" flipV="1">
            <a:off x="2911794" y="5094514"/>
            <a:ext cx="1030949" cy="1037106"/>
          </a:xfrm>
          <a:prstGeom prst="straightConnector1">
            <a:avLst/>
          </a:prstGeom>
          <a:ln w="571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5DF3F23F-5342-BA8A-3E81-3FBEB8D1963E}"/>
              </a:ext>
            </a:extLst>
          </p:cNvPr>
          <p:cNvSpPr txBox="1"/>
          <p:nvPr/>
        </p:nvSpPr>
        <p:spPr>
          <a:xfrm>
            <a:off x="3127604" y="6117662"/>
            <a:ext cx="17780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Temporary</a:t>
            </a:r>
            <a:endParaRPr lang="en-IN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F42E87C-0B2C-C7AB-2536-2FF6EBF6D266}"/>
              </a:ext>
            </a:extLst>
          </p:cNvPr>
          <p:cNvCxnSpPr/>
          <p:nvPr/>
        </p:nvCxnSpPr>
        <p:spPr>
          <a:xfrm flipV="1">
            <a:off x="8349343" y="5192486"/>
            <a:ext cx="261257" cy="78281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ED63575B-2E1D-B4A3-2381-E8C02CB0B5B5}"/>
              </a:ext>
            </a:extLst>
          </p:cNvPr>
          <p:cNvSpPr txBox="1"/>
          <p:nvPr/>
        </p:nvSpPr>
        <p:spPr>
          <a:xfrm>
            <a:off x="7430353" y="5946748"/>
            <a:ext cx="18036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Permanent</a:t>
            </a:r>
            <a:endParaRPr lang="en-IN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43519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51EBF-45B4-3D44-D613-6068B954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B8A2F5F1-E0E0-AD6B-B515-99622E34C5E0}"/>
              </a:ext>
            </a:extLst>
          </p:cNvPr>
          <p:cNvSpPr txBox="1"/>
          <p:nvPr/>
        </p:nvSpPr>
        <p:spPr>
          <a:xfrm>
            <a:off x="1045028" y="691806"/>
            <a:ext cx="9537941" cy="6478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5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Step 5 – </a:t>
            </a:r>
            <a:r>
              <a:rPr lang="en-US" sz="2400" dirty="0"/>
              <a:t>Construct condensed graph after Permanent and Temporary Condensation (in Step 4).</a:t>
            </a:r>
            <a:endParaRPr lang="en-US" sz="2500" dirty="0"/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500" b="1" dirty="0">
                <a:solidFill>
                  <a:srgbClr val="FFC000"/>
                </a:solidFill>
              </a:rPr>
              <a:t>Step 6 –</a:t>
            </a:r>
            <a:r>
              <a:rPr lang="en-US" sz="2500" dirty="0"/>
              <a:t> </a:t>
            </a:r>
            <a:r>
              <a:rPr lang="en-US" sz="2400" dirty="0"/>
              <a:t>Construct new subgraphs by joining inter-subgraph edges.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400" dirty="0"/>
              <a:t>If (no. of subgraphs == 1):   go to Step 7</a:t>
            </a:r>
          </a:p>
          <a:p>
            <a:pPr>
              <a:spcBef>
                <a:spcPts val="1800"/>
              </a:spcBef>
            </a:pPr>
            <a:r>
              <a:rPr lang="en-US" sz="2400" dirty="0"/>
              <a:t>    Else:    go to Step 3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500" b="1" dirty="0">
                <a:solidFill>
                  <a:srgbClr val="FFC000"/>
                </a:solidFill>
              </a:rPr>
              <a:t>Step 7 – </a:t>
            </a:r>
            <a:r>
              <a:rPr lang="en-US" sz="2400" dirty="0"/>
              <a:t>Create GHT of resultant condensed graph of reduced size.</a:t>
            </a:r>
            <a:endParaRPr lang="en-US" sz="2500" dirty="0"/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500" b="1" dirty="0">
                <a:solidFill>
                  <a:srgbClr val="FFC000"/>
                </a:solidFill>
              </a:rPr>
              <a:t>Step 8 – </a:t>
            </a:r>
            <a:r>
              <a:rPr lang="en-US" sz="2400" dirty="0"/>
              <a:t>Expand back temporarily condensed vertices.</a:t>
            </a: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en-US" sz="2500" b="1" dirty="0">
                <a:solidFill>
                  <a:srgbClr val="FFC000"/>
                </a:solidFill>
              </a:rPr>
              <a:t>Step 9 – </a:t>
            </a:r>
            <a:r>
              <a:rPr lang="en-US" sz="2400" dirty="0"/>
              <a:t>Form clusters with some clustering condition.</a:t>
            </a:r>
          </a:p>
          <a:p>
            <a:pPr>
              <a:spcBef>
                <a:spcPts val="1800"/>
              </a:spcBef>
            </a:pPr>
            <a:endParaRPr lang="en-US" sz="2500" dirty="0"/>
          </a:p>
          <a:p>
            <a:pPr>
              <a:spcBef>
                <a:spcPts val="1800"/>
              </a:spcBef>
            </a:pP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4074309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190B3-8396-87E9-76F3-50D794E66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3C127-8958-4EF4-57C9-C13D3C780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Results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18F6DB-4D4C-BCFF-EFF7-FE57F79536CA}"/>
              </a:ext>
            </a:extLst>
          </p:cNvPr>
          <p:cNvSpPr txBox="1"/>
          <p:nvPr/>
        </p:nvSpPr>
        <p:spPr>
          <a:xfrm>
            <a:off x="2428844" y="959862"/>
            <a:ext cx="92637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800"/>
              </a:spcBef>
            </a:pPr>
            <a:r>
              <a:rPr lang="en-US" sz="2800" dirty="0">
                <a:solidFill>
                  <a:srgbClr val="92D050"/>
                </a:solidFill>
              </a:rPr>
              <a:t>Synthetic Images (made in MS paint)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9B29D9-6C81-966D-2B83-3BB254DE90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27" y="1765405"/>
            <a:ext cx="2000317" cy="20003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796DA10-3B91-B21D-2E1D-DA3CD0F7BB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914" y="1997431"/>
            <a:ext cx="1458686" cy="14586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CAF339-08F5-304A-434F-AB225AD4E9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1593" y="1997431"/>
            <a:ext cx="1458686" cy="14586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E884FA-D44D-6113-A59B-DDEFDC9663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101" y="1997429"/>
            <a:ext cx="1458685" cy="145868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AB105D8-2181-2531-13DE-9A450FDEE526}"/>
              </a:ext>
            </a:extLst>
          </p:cNvPr>
          <p:cNvCxnSpPr/>
          <p:nvPr/>
        </p:nvCxnSpPr>
        <p:spPr>
          <a:xfrm>
            <a:off x="3189514" y="2726771"/>
            <a:ext cx="1295400" cy="0"/>
          </a:xfrm>
          <a:prstGeom prst="straightConnector1">
            <a:avLst/>
          </a:prstGeom>
          <a:ln w="1619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E833F2-ED19-4708-0F41-1FB854EF67DA}"/>
              </a:ext>
            </a:extLst>
          </p:cNvPr>
          <p:cNvCxnSpPr/>
          <p:nvPr/>
        </p:nvCxnSpPr>
        <p:spPr>
          <a:xfrm>
            <a:off x="3309257" y="5165171"/>
            <a:ext cx="1295400" cy="0"/>
          </a:xfrm>
          <a:prstGeom prst="straightConnector1">
            <a:avLst/>
          </a:prstGeom>
          <a:ln w="1619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12966685-80E6-9A91-6880-675F5F087E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27" y="4165012"/>
            <a:ext cx="2000317" cy="200031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8CA62C7-C94C-DF61-87A7-1BBB4D12E0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914" y="5488947"/>
            <a:ext cx="1230086" cy="12300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0DED44A-9AE4-2F1F-DF3A-829A377CC1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5914" y="4165011"/>
            <a:ext cx="1230085" cy="1230085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1C31DAF-F2A6-F245-A746-4D2C9637A1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9399" y="4165011"/>
            <a:ext cx="1230085" cy="123008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E4B45C2-2CEE-46DD-6C75-9BE56F864A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2443" y="4165011"/>
            <a:ext cx="1230084" cy="1230084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CD2DB2C-2927-D627-EB6E-FBC570B46C8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8958" y="4165010"/>
            <a:ext cx="1230085" cy="123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517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991C-F012-9C58-31BF-CCB4692E7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65201-D4A3-89BA-D4DC-EC50EF26E8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Real-life Image – 1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EECA193-AEC2-403C-3DA8-675D80A635C4}"/>
              </a:ext>
            </a:extLst>
          </p:cNvPr>
          <p:cNvCxnSpPr/>
          <p:nvPr/>
        </p:nvCxnSpPr>
        <p:spPr>
          <a:xfrm>
            <a:off x="3755571" y="3554085"/>
            <a:ext cx="1295400" cy="0"/>
          </a:xfrm>
          <a:prstGeom prst="straightConnector1">
            <a:avLst/>
          </a:prstGeom>
          <a:ln w="1619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1D45238-2A67-E951-20A9-066797D448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59" y="1156119"/>
            <a:ext cx="2659996" cy="5241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E253FB-8A2A-4628-8C35-AB780F2E40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358" y="1156119"/>
            <a:ext cx="1295401" cy="25519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6F106C6-4B33-D42D-61A2-6702C34D83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767" y="1156119"/>
            <a:ext cx="1176983" cy="23186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5529B9E-A2BA-1BCA-C6EA-880069738DD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282" y="1156119"/>
            <a:ext cx="1176984" cy="23186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A7A0FDD-2F51-6A40-B99E-7F4AB96152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3358" y="3904317"/>
            <a:ext cx="1295401" cy="255194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6C101A0-1C1F-51C9-4EEA-255B0E34EB77}"/>
              </a:ext>
            </a:extLst>
          </p:cNvPr>
          <p:cNvSpPr txBox="1"/>
          <p:nvPr/>
        </p:nvSpPr>
        <p:spPr>
          <a:xfrm>
            <a:off x="7772062" y="4423396"/>
            <a:ext cx="3070109" cy="1015663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8000+ other clusters generated, containing 1 or 2 pixels.</a:t>
            </a:r>
            <a:endParaRPr lang="en-I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952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C201A-7BBA-5C1A-FC8A-D5582828E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9BC2-F1AE-B097-3200-E134529DF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4301" y="51210"/>
            <a:ext cx="10658638" cy="861886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Improvement-1: Minimum Limit on Partition size</a:t>
            </a:r>
            <a:endParaRPr lang="en-IN" sz="3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6F5A517-1A8D-5F86-A536-DBCC79E509FE}"/>
              </a:ext>
            </a:extLst>
          </p:cNvPr>
          <p:cNvCxnSpPr/>
          <p:nvPr/>
        </p:nvCxnSpPr>
        <p:spPr>
          <a:xfrm>
            <a:off x="3755571" y="3554085"/>
            <a:ext cx="1295400" cy="0"/>
          </a:xfrm>
          <a:prstGeom prst="straightConnector1">
            <a:avLst/>
          </a:prstGeom>
          <a:ln w="1619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8C0502E-D895-0CD2-6C64-372D05645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759" y="1156119"/>
            <a:ext cx="2659996" cy="524137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F7F498E9-87AF-387B-58E2-A88A2E622556}"/>
              </a:ext>
            </a:extLst>
          </p:cNvPr>
          <p:cNvSpPr txBox="1"/>
          <p:nvPr/>
        </p:nvSpPr>
        <p:spPr>
          <a:xfrm>
            <a:off x="9617209" y="3931793"/>
            <a:ext cx="25747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2D050"/>
                </a:solidFill>
              </a:rPr>
              <a:t>Less than 20 unnecessary clusters generated.</a:t>
            </a:r>
            <a:endParaRPr lang="en-IN" sz="2000" b="1" dirty="0">
              <a:solidFill>
                <a:srgbClr val="92D05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6D65B8-0E09-0025-ADB3-E0FCD3CD2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666" y="1002147"/>
            <a:ext cx="1295400" cy="25519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6FA322-64BC-0CFB-E9F4-FEDA2EBB47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43" t="6341" r="20362" b="71386"/>
          <a:stretch>
            <a:fillRect/>
          </a:stretch>
        </p:blipFill>
        <p:spPr>
          <a:xfrm>
            <a:off x="6529376" y="1915892"/>
            <a:ext cx="795066" cy="16381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E4EC0C-534C-E296-5961-0FB9059E79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11" t="72595" r="11679" b="1429"/>
          <a:stretch>
            <a:fillRect/>
          </a:stretch>
        </p:blipFill>
        <p:spPr>
          <a:xfrm>
            <a:off x="7324442" y="5271472"/>
            <a:ext cx="2155371" cy="14435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588A997-704E-B378-ED4E-17D8F41565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2" t="25135" r="11537" b="50000"/>
          <a:stretch>
            <a:fillRect/>
          </a:stretch>
        </p:blipFill>
        <p:spPr>
          <a:xfrm>
            <a:off x="7441751" y="2455386"/>
            <a:ext cx="1662272" cy="10986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B09556B-B62B-B075-5FCA-A96159E025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21" t="30953" r="28829" b="38122"/>
          <a:stretch>
            <a:fillRect/>
          </a:stretch>
        </p:blipFill>
        <p:spPr>
          <a:xfrm>
            <a:off x="9221333" y="1675199"/>
            <a:ext cx="1472617" cy="187888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73879EC-DDEB-1E0F-506E-C83AB89603F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10" t="31112" r="19981" b="39682"/>
          <a:stretch>
            <a:fillRect/>
          </a:stretch>
        </p:blipFill>
        <p:spPr>
          <a:xfrm>
            <a:off x="10811260" y="1675199"/>
            <a:ext cx="1133462" cy="187888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4CB6045-7B7A-D878-23A8-C4B4047009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0" t="46666" r="11310" b="6715"/>
          <a:stretch>
            <a:fillRect/>
          </a:stretch>
        </p:blipFill>
        <p:spPr>
          <a:xfrm>
            <a:off x="5116666" y="3640903"/>
            <a:ext cx="1698490" cy="20414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68BB9B7-409B-8E0B-9196-61EA547D873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789" t="2086" r="23108" b="91587"/>
          <a:stretch>
            <a:fillRect/>
          </a:stretch>
        </p:blipFill>
        <p:spPr>
          <a:xfrm>
            <a:off x="6681428" y="1286662"/>
            <a:ext cx="490962" cy="43391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FC7E158-EAE7-8017-A4F5-A0A30D3C1B8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05" r="76649" b="28327"/>
          <a:stretch>
            <a:fillRect/>
          </a:stretch>
        </p:blipFill>
        <p:spPr>
          <a:xfrm>
            <a:off x="7172390" y="3732186"/>
            <a:ext cx="542015" cy="136118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F1FE323-57DE-81A3-CB15-CD3D9A6E7F2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838" t="43016" r="3510" b="24941"/>
          <a:stretch>
            <a:fillRect/>
          </a:stretch>
        </p:blipFill>
        <p:spPr>
          <a:xfrm>
            <a:off x="8840712" y="3732186"/>
            <a:ext cx="380621" cy="136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838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26193-5870-8DA1-00ED-C48555CED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B59E7-F7DF-5A35-1E62-96A4A08FE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Real-life Image – 2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A666FFE-098F-DE30-5C0B-1A106F1283F9}"/>
              </a:ext>
            </a:extLst>
          </p:cNvPr>
          <p:cNvCxnSpPr/>
          <p:nvPr/>
        </p:nvCxnSpPr>
        <p:spPr>
          <a:xfrm>
            <a:off x="3755571" y="3554085"/>
            <a:ext cx="1295400" cy="0"/>
          </a:xfrm>
          <a:prstGeom prst="straightConnector1">
            <a:avLst/>
          </a:prstGeom>
          <a:ln w="1619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F9F18AA-B8D5-4A93-9C8A-A2C19C94F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37" y="1210748"/>
            <a:ext cx="3198312" cy="4994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1C4E8E2-3A39-2119-CB88-210BE52550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00" t="40476" r="55714" b="30952"/>
          <a:stretch>
            <a:fillRect/>
          </a:stretch>
        </p:blipFill>
        <p:spPr>
          <a:xfrm>
            <a:off x="5295586" y="1266591"/>
            <a:ext cx="865413" cy="112503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12708D-E0E1-0BE3-6458-1795337277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2" t="45788" r="36856" b="11951"/>
          <a:stretch>
            <a:fillRect/>
          </a:stretch>
        </p:blipFill>
        <p:spPr>
          <a:xfrm>
            <a:off x="6422572" y="1266591"/>
            <a:ext cx="760608" cy="11250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1CA89CD-A4C2-1604-F3B0-A5D8E9D245F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43" t="36813" r="30571" b="41582"/>
          <a:stretch>
            <a:fillRect/>
          </a:stretch>
        </p:blipFill>
        <p:spPr>
          <a:xfrm>
            <a:off x="7444753" y="1266591"/>
            <a:ext cx="1144461" cy="11250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EBB53E3-1735-A707-4026-F6E082032A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15" t="18498" r="44284" b="41582"/>
          <a:stretch>
            <a:fillRect/>
          </a:stretch>
        </p:blipFill>
        <p:spPr>
          <a:xfrm>
            <a:off x="5295585" y="2558143"/>
            <a:ext cx="865413" cy="168417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A887655-E33E-9DAA-C01D-8CBCCB65D5B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56" t="65934"/>
          <a:stretch>
            <a:fillRect/>
          </a:stretch>
        </p:blipFill>
        <p:spPr>
          <a:xfrm>
            <a:off x="6408096" y="2596142"/>
            <a:ext cx="1158937" cy="112503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F93D169-246D-C17F-4974-554C8FC9C4DF}"/>
              </a:ext>
            </a:extLst>
          </p:cNvPr>
          <p:cNvSpPr txBox="1"/>
          <p:nvPr/>
        </p:nvSpPr>
        <p:spPr>
          <a:xfrm>
            <a:off x="8647913" y="4408834"/>
            <a:ext cx="3070109" cy="1107996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Sunflower gets shredded into a total of 53 clusters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E377627-33C5-E500-CE7E-90311241C81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43" t="69957" r="23036" b="366"/>
          <a:stretch>
            <a:fillRect/>
          </a:stretch>
        </p:blipFill>
        <p:spPr>
          <a:xfrm>
            <a:off x="7843083" y="2558143"/>
            <a:ext cx="1458984" cy="995942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0BAFC51-F03C-A323-940C-7B48B6BEE1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15568" r="17494" b="41582"/>
          <a:stretch>
            <a:fillRect/>
          </a:stretch>
        </p:blipFill>
        <p:spPr>
          <a:xfrm>
            <a:off x="5295585" y="4408834"/>
            <a:ext cx="873594" cy="179653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CC468CF-B4DA-B26A-BB02-8CD7A2886E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43" t="14103" r="28286" b="50000"/>
          <a:stretch>
            <a:fillRect/>
          </a:stretch>
        </p:blipFill>
        <p:spPr>
          <a:xfrm>
            <a:off x="6422572" y="3925693"/>
            <a:ext cx="1173249" cy="179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561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1AC57-F37D-EAF7-B1BB-E4C87C47F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5FD7B-EA90-8ECF-CC80-019B8168A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7712"/>
            <a:ext cx="10658638" cy="861886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Improvement-2: Increasing neighborhood of edges</a:t>
            </a:r>
            <a:endParaRPr lang="en-IN" sz="32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DF866C0-A889-F262-621C-45D7CDAECD4E}"/>
              </a:ext>
            </a:extLst>
          </p:cNvPr>
          <p:cNvCxnSpPr/>
          <p:nvPr/>
        </p:nvCxnSpPr>
        <p:spPr>
          <a:xfrm>
            <a:off x="3755571" y="3554085"/>
            <a:ext cx="1295400" cy="0"/>
          </a:xfrm>
          <a:prstGeom prst="straightConnector1">
            <a:avLst/>
          </a:prstGeom>
          <a:ln w="1619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DB4C370-9807-A577-DD16-278F697742DD}"/>
              </a:ext>
            </a:extLst>
          </p:cNvPr>
          <p:cNvSpPr txBox="1"/>
          <p:nvPr/>
        </p:nvSpPr>
        <p:spPr>
          <a:xfrm>
            <a:off x="9736792" y="3554085"/>
            <a:ext cx="25747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2D050"/>
                </a:solidFill>
              </a:rPr>
              <a:t>Parts of sunflower remain intact and successfully separated.</a:t>
            </a:r>
          </a:p>
          <a:p>
            <a:endParaRPr lang="en-US" sz="2000" b="1" dirty="0">
              <a:solidFill>
                <a:srgbClr val="92D050"/>
              </a:solidFill>
            </a:endParaRPr>
          </a:p>
          <a:p>
            <a:endParaRPr lang="en-US" sz="2000" b="1" dirty="0">
              <a:solidFill>
                <a:srgbClr val="92D050"/>
              </a:solidFill>
            </a:endParaRPr>
          </a:p>
          <a:p>
            <a:r>
              <a:rPr lang="en-US" sz="2000" b="1" dirty="0">
                <a:solidFill>
                  <a:srgbClr val="92D050"/>
                </a:solidFill>
              </a:rPr>
              <a:t>Leaves are still somewhat shredded. </a:t>
            </a:r>
            <a:endParaRPr lang="en-IN" sz="2000" b="1" dirty="0">
              <a:solidFill>
                <a:srgbClr val="92D05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B8FD3C-A849-DEB6-30DF-E246A8F12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37" y="1210748"/>
            <a:ext cx="3198312" cy="4994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EB14D0-A417-5949-39AD-9F14E5402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3" t="15567" r="4696" b="26428"/>
          <a:stretch>
            <a:fillRect/>
          </a:stretch>
        </p:blipFill>
        <p:spPr>
          <a:xfrm>
            <a:off x="5206093" y="1223143"/>
            <a:ext cx="2416628" cy="24849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3BA857-F2FE-B49D-7F27-58FAF92603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84" t="25825" r="24858" b="41208"/>
          <a:stretch>
            <a:fillRect/>
          </a:stretch>
        </p:blipFill>
        <p:spPr>
          <a:xfrm>
            <a:off x="7881256" y="1249207"/>
            <a:ext cx="1817915" cy="199526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1835BE-B2BC-EFF8-B6B1-B42AE4D271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15" t="31647" r="34000" b="41581"/>
          <a:stretch>
            <a:fillRect/>
          </a:stretch>
        </p:blipFill>
        <p:spPr>
          <a:xfrm>
            <a:off x="9957706" y="1249207"/>
            <a:ext cx="1376729" cy="1677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D4BCB3-AFFE-CD9A-641F-275BE7C249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7" t="68781" r="32857" b="3846"/>
          <a:stretch>
            <a:fillRect/>
          </a:stretch>
        </p:blipFill>
        <p:spPr>
          <a:xfrm>
            <a:off x="7881256" y="5576042"/>
            <a:ext cx="1726874" cy="11124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62181F2-A8AE-AB71-E9B9-0A1BE82D7A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68781"/>
          <a:stretch>
            <a:fillRect/>
          </a:stretch>
        </p:blipFill>
        <p:spPr>
          <a:xfrm>
            <a:off x="7881256" y="3429000"/>
            <a:ext cx="1735953" cy="16909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B100C17-A0B9-BB97-490C-8ACF586A26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143" b="70030"/>
          <a:stretch>
            <a:fillRect/>
          </a:stretch>
        </p:blipFill>
        <p:spPr>
          <a:xfrm>
            <a:off x="5181599" y="3856133"/>
            <a:ext cx="1292678" cy="14792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C9725CD-A99E-CA10-34B6-6316816FCD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975"/>
          <a:stretch>
            <a:fillRect/>
          </a:stretch>
        </p:blipFill>
        <p:spPr>
          <a:xfrm>
            <a:off x="5206093" y="5483406"/>
            <a:ext cx="1865739" cy="122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57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8E71-4749-2D03-3BF5-D1F219504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7DDD6-7870-80C6-515E-C51A2E37B2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0529" y="154319"/>
            <a:ext cx="8825658" cy="805543"/>
          </a:xfrm>
        </p:spPr>
        <p:txBody>
          <a:bodyPr/>
          <a:lstStyle/>
          <a:p>
            <a:pPr algn="ctr"/>
            <a:r>
              <a:rPr lang="en-US" sz="4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Real-life Image – 3</a:t>
            </a:r>
            <a:endParaRPr lang="en-IN" sz="44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FC9F5A-E41B-8A07-3A83-8D778AE6D6AB}"/>
              </a:ext>
            </a:extLst>
          </p:cNvPr>
          <p:cNvCxnSpPr/>
          <p:nvPr/>
        </p:nvCxnSpPr>
        <p:spPr>
          <a:xfrm>
            <a:off x="3755571" y="3554085"/>
            <a:ext cx="1295400" cy="0"/>
          </a:xfrm>
          <a:prstGeom prst="straightConnector1">
            <a:avLst/>
          </a:prstGeom>
          <a:ln w="16192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847CE08-CFF0-4752-1EAA-384B2A751FEE}"/>
              </a:ext>
            </a:extLst>
          </p:cNvPr>
          <p:cNvSpPr txBox="1"/>
          <p:nvPr/>
        </p:nvSpPr>
        <p:spPr>
          <a:xfrm>
            <a:off x="9666373" y="2683006"/>
            <a:ext cx="2139830" cy="2462213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FF0000"/>
                </a:solidFill>
              </a:rPr>
              <a:t>Successfully able to separate one flower but completely fails at the other two.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AE04AA-27AC-46F6-10C3-FAC931A68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97" y="1799712"/>
            <a:ext cx="3108200" cy="34501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B73B1C-310F-D608-4ACB-CDCDC02A97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1" t="52639" r="25657"/>
          <a:stretch>
            <a:fillRect/>
          </a:stretch>
        </p:blipFill>
        <p:spPr>
          <a:xfrm>
            <a:off x="5366658" y="1772163"/>
            <a:ext cx="1905000" cy="175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C0B470-ED2A-37AC-EC4C-935184F75C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0863" y="1799712"/>
            <a:ext cx="1554100" cy="17250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23151D-9E0A-0EF0-B91B-23D7623D0C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9" t="23810" r="19268" b="24690"/>
          <a:stretch>
            <a:fillRect/>
          </a:stretch>
        </p:blipFill>
        <p:spPr>
          <a:xfrm>
            <a:off x="5366658" y="3982951"/>
            <a:ext cx="1951176" cy="145667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8138561-1912-6E2D-D261-09B5A7FBD8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46" t="31398" r="18909" b="18099"/>
          <a:stretch>
            <a:fillRect/>
          </a:stretch>
        </p:blipFill>
        <p:spPr>
          <a:xfrm>
            <a:off x="7870863" y="3982952"/>
            <a:ext cx="1554100" cy="145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08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F22B0-7ACE-1DAC-DCCE-C8D7B8AE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A5F5E-0C49-783A-AB38-7BA46823FE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47318"/>
            <a:ext cx="10658638" cy="861886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 Time Improvements</a:t>
            </a:r>
            <a:endParaRPr lang="en-IN" sz="3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52513E-2FCE-9D82-1F22-4352A7D368BA}"/>
                  </a:ext>
                </a:extLst>
              </p:cNvPr>
              <p:cNvSpPr txBox="1"/>
              <p:nvPr/>
            </p:nvSpPr>
            <p:spPr>
              <a:xfrm>
                <a:off x="962905" y="1873574"/>
                <a:ext cx="9715979" cy="3270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b="1" dirty="0">
                    <a:solidFill>
                      <a:srgbClr val="92D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Maintaining Bipartiteness after condensation</a:t>
                </a:r>
                <a:r>
                  <a:rPr lang="en-US" sz="2400" b="1" dirty="0">
                    <a:solidFill>
                      <a:srgbClr val="92D050"/>
                    </a:solidFill>
                  </a:rPr>
                  <a:t>: </a:t>
                </a:r>
                <a:r>
                  <a:rPr lang="en-US" sz="2400" dirty="0"/>
                  <a:t>Worst case flow computation improves to   –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𝑬</m:t>
                        </m:r>
                        <m:rad>
                          <m:radPr>
                            <m:degHide m:val="on"/>
                            <m:ctrlPr>
                              <a:rPr lang="en-US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1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rad>
                      </m:e>
                    </m:d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 </m:t>
                    </m:r>
                    <m:r>
                      <a:rPr lang="en-US" sz="2400" b="1" i="1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𝑶</m:t>
                    </m:r>
                    <m:d>
                      <m:dPr>
                        <m:ctrlPr>
                          <a:rPr lang="en-US" sz="2400" b="1" i="1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ad>
                          <m:radPr>
                            <m:degHide m:val="on"/>
                            <m:ctrlPr>
                              <a:rPr lang="en-US" sz="24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400" b="1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rad>
                      </m:e>
                    </m:d>
                  </m:oMath>
                </a14:m>
                <a:r>
                  <a:rPr lang="en-US" sz="2400" b="1" dirty="0">
                    <a:solidFill>
                      <a:srgbClr val="FFFF00"/>
                    </a:solidFill>
                  </a:rPr>
                  <a:t>  </a:t>
                </a:r>
                <a:br>
                  <a:rPr lang="en-US" sz="2400" b="1" dirty="0">
                    <a:solidFill>
                      <a:srgbClr val="FFFF00"/>
                    </a:solidFill>
                  </a:rPr>
                </a:br>
                <a:br>
                  <a:rPr lang="en-US" sz="2400" b="1" dirty="0">
                    <a:solidFill>
                      <a:srgbClr val="FFFF00"/>
                    </a:solidFill>
                  </a:rPr>
                </a:br>
                <a:endParaRPr lang="en-US" sz="2400" b="1" dirty="0">
                  <a:solidFill>
                    <a:srgbClr val="FFFF00"/>
                  </a:solidFill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b="1" dirty="0">
                    <a:solidFill>
                      <a:srgbClr val="92D050"/>
                    </a:solidFill>
                  </a:rPr>
                  <a:t>Parallelizing local subgraph computation</a:t>
                </a:r>
                <a:br>
                  <a:rPr lang="en-US" sz="2400" b="1" dirty="0">
                    <a:solidFill>
                      <a:srgbClr val="92D050"/>
                    </a:solidFill>
                  </a:rPr>
                </a:br>
                <a:endParaRPr lang="en-US" sz="2400" b="1" dirty="0">
                  <a:solidFill>
                    <a:srgbClr val="92D050"/>
                  </a:solidFill>
                </a:endParaRPr>
              </a:p>
              <a:p>
                <a:pPr marL="457200" indent="-457200">
                  <a:lnSpc>
                    <a:spcPct val="300000"/>
                  </a:lnSpc>
                  <a:buFont typeface="+mj-lt"/>
                  <a:buAutoNum type="arabicPeriod"/>
                </a:pPr>
                <a:r>
                  <a:rPr lang="en-IN" sz="2400" b="1" dirty="0">
                    <a:solidFill>
                      <a:srgbClr val="92D050"/>
                    </a:solidFill>
                  </a:rPr>
                  <a:t>Mathematically Finding Optimal Hierarchy depth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52513E-2FCE-9D82-1F22-4352A7D36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05" y="1873574"/>
                <a:ext cx="9715979" cy="3270254"/>
              </a:xfrm>
              <a:prstGeom prst="rect">
                <a:avLst/>
              </a:prstGeom>
              <a:blipFill>
                <a:blip r:embed="rId2"/>
                <a:stretch>
                  <a:fillRect l="-1066" t="-1862" r="-1255" b="-33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28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810F3-64CA-9972-18F7-EE9C0FE5A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9DE5F-0DBF-026D-F5A6-B7E671FE1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575" y="265032"/>
            <a:ext cx="10658638" cy="861886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Other Improvements</a:t>
            </a:r>
            <a:endParaRPr lang="en-IN" sz="36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5EE5BCC-D202-7119-4720-0D9047F39447}"/>
              </a:ext>
            </a:extLst>
          </p:cNvPr>
          <p:cNvSpPr txBox="1"/>
          <p:nvPr/>
        </p:nvSpPr>
        <p:spPr>
          <a:xfrm>
            <a:off x="875819" y="1740561"/>
            <a:ext cx="10187308" cy="35757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Optimally choosing Hyperparameters based on the input image rather than hardcoding.</a:t>
            </a:r>
            <a:br>
              <a:rPr lang="en-US" sz="2400" b="1" dirty="0">
                <a:solidFill>
                  <a:srgbClr val="FFFF00"/>
                </a:solidFill>
              </a:rPr>
            </a:br>
            <a:br>
              <a:rPr lang="en-US" sz="2400" b="1" dirty="0">
                <a:solidFill>
                  <a:srgbClr val="FFFF00"/>
                </a:solidFill>
              </a:rPr>
            </a:br>
            <a:endParaRPr lang="en-US" sz="2400" b="1" dirty="0">
              <a:solidFill>
                <a:srgbClr val="FFFF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rgbClr val="92D050"/>
                </a:solidFill>
              </a:rPr>
              <a:t>Processing input separately for R,G,B channels and then combining them.</a:t>
            </a:r>
            <a:br>
              <a:rPr lang="en-US" sz="2400" b="1" dirty="0">
                <a:solidFill>
                  <a:srgbClr val="92D050"/>
                </a:solidFill>
              </a:rPr>
            </a:br>
            <a:endParaRPr lang="en-US" sz="2400" b="1" dirty="0">
              <a:solidFill>
                <a:srgbClr val="92D050"/>
              </a:solidFill>
            </a:endParaRPr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en-IN" sz="2400" b="1" dirty="0">
                <a:solidFill>
                  <a:srgbClr val="92D050"/>
                </a:solidFill>
              </a:rPr>
              <a:t>Capacity/Weight function based on the type of image.</a:t>
            </a:r>
          </a:p>
        </p:txBody>
      </p:sp>
    </p:spTree>
    <p:extLst>
      <p:ext uri="{BB962C8B-B14F-4D97-AF65-F5344CB8AC3E}">
        <p14:creationId xmlns:p14="http://schemas.microsoft.com/office/powerpoint/2010/main" val="4275315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632FF-D2F8-D664-4D5E-3CF243F6A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459E-03AD-A092-3CB6-3A29FB98D7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1575" y="265032"/>
            <a:ext cx="10658638" cy="861886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Advantages</a:t>
            </a:r>
            <a:endParaRPr lang="en-IN" sz="36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F5A897-7AC6-36B9-85EF-C7545C03D704}"/>
              </a:ext>
            </a:extLst>
          </p:cNvPr>
          <p:cNvSpPr txBox="1"/>
          <p:nvPr/>
        </p:nvSpPr>
        <p:spPr>
          <a:xfrm>
            <a:off x="1191504" y="1805876"/>
            <a:ext cx="101873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FF00"/>
                </a:solidFill>
              </a:rPr>
              <a:t>Unsupervised Image Segmentation.</a:t>
            </a:r>
            <a:br>
              <a:rPr lang="en-US" sz="2400" dirty="0">
                <a:solidFill>
                  <a:srgbClr val="FFFF00"/>
                </a:solidFill>
              </a:rPr>
            </a:br>
            <a:br>
              <a:rPr lang="en-US" sz="2400" dirty="0">
                <a:solidFill>
                  <a:srgbClr val="FFFF00"/>
                </a:solidFill>
              </a:rPr>
            </a:br>
            <a:endParaRPr lang="en-US" sz="2400" dirty="0">
              <a:solidFill>
                <a:srgbClr val="FFFF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FF00"/>
                </a:solidFill>
              </a:rPr>
              <a:t>No training time.</a:t>
            </a:r>
            <a:br>
              <a:rPr lang="en-US" sz="2400" dirty="0">
                <a:solidFill>
                  <a:srgbClr val="FFFF00"/>
                </a:solidFill>
              </a:rPr>
            </a:br>
            <a:br>
              <a:rPr lang="en-US" sz="2400" dirty="0">
                <a:solidFill>
                  <a:srgbClr val="FFFF00"/>
                </a:solidFill>
              </a:rPr>
            </a:br>
            <a:endParaRPr lang="en-US" sz="2400" dirty="0">
              <a:solidFill>
                <a:srgbClr val="FFFF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FF00"/>
                </a:solidFill>
              </a:rPr>
              <a:t>Very fast in case of high condensation (large portions of similar </a:t>
            </a:r>
            <a:r>
              <a:rPr lang="en-US" sz="2400" dirty="0" err="1">
                <a:solidFill>
                  <a:srgbClr val="FFFF00"/>
                </a:solidFill>
              </a:rPr>
              <a:t>coloured</a:t>
            </a:r>
            <a:r>
              <a:rPr lang="en-US" sz="2400" dirty="0">
                <a:solidFill>
                  <a:srgbClr val="FFFF00"/>
                </a:solidFill>
              </a:rPr>
              <a:t> regions).</a:t>
            </a:r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579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09C89-ADF4-C9CD-C867-AC5FD1A5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38824-FE67-7C0E-22DA-E17DBD981C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24632" y="363003"/>
            <a:ext cx="4396111" cy="747339"/>
          </a:xfrm>
          <a:solidFill>
            <a:schemeClr val="tx1">
              <a:lumMod val="65000"/>
            </a:schemeClr>
          </a:solidFill>
        </p:spPr>
        <p:txBody>
          <a:bodyPr anchor="ctr"/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Disadvantages</a:t>
            </a:r>
            <a:endParaRPr lang="en-IN" sz="3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D6212C-B1B4-20FE-C195-AD06410749BE}"/>
              </a:ext>
            </a:extLst>
          </p:cNvPr>
          <p:cNvSpPr txBox="1"/>
          <p:nvPr/>
        </p:nvSpPr>
        <p:spPr>
          <a:xfrm>
            <a:off x="1002346" y="1816762"/>
            <a:ext cx="1018730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FF00"/>
                </a:solidFill>
              </a:rPr>
              <a:t>Poor results in case of Natural images (having low </a:t>
            </a:r>
            <a:r>
              <a:rPr lang="en-US" sz="2400" dirty="0" err="1">
                <a:solidFill>
                  <a:srgbClr val="FFFF00"/>
                </a:solidFill>
              </a:rPr>
              <a:t>colour</a:t>
            </a:r>
            <a:r>
              <a:rPr lang="en-US" sz="2400" dirty="0">
                <a:solidFill>
                  <a:srgbClr val="FFFF00"/>
                </a:solidFill>
              </a:rPr>
              <a:t> gradients).</a:t>
            </a:r>
            <a:br>
              <a:rPr lang="en-US" sz="2400" dirty="0">
                <a:solidFill>
                  <a:srgbClr val="FFFF00"/>
                </a:solidFill>
              </a:rPr>
            </a:br>
            <a:br>
              <a:rPr lang="en-US" sz="2400" dirty="0">
                <a:solidFill>
                  <a:srgbClr val="FFFF00"/>
                </a:solidFill>
              </a:rPr>
            </a:br>
            <a:endParaRPr lang="en-US" sz="2400" dirty="0">
              <a:solidFill>
                <a:srgbClr val="FFFF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FF00"/>
                </a:solidFill>
              </a:rPr>
              <a:t>High execution time for images having high resolution (over 1k).</a:t>
            </a:r>
            <a:br>
              <a:rPr lang="en-US" sz="2400" dirty="0">
                <a:solidFill>
                  <a:srgbClr val="FFFF00"/>
                </a:solidFill>
              </a:rPr>
            </a:br>
            <a:br>
              <a:rPr lang="en-US" sz="2400" dirty="0">
                <a:solidFill>
                  <a:srgbClr val="FFFF00"/>
                </a:solidFill>
              </a:rPr>
            </a:br>
            <a:endParaRPr lang="en-US" sz="2400" dirty="0">
              <a:solidFill>
                <a:srgbClr val="FFFF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rgbClr val="FFFF00"/>
                </a:solidFill>
              </a:rPr>
              <a:t>A single object might be separated into multiple parts, since segmentation is primarily based on </a:t>
            </a:r>
            <a:r>
              <a:rPr lang="en-US" sz="2400" dirty="0" err="1">
                <a:solidFill>
                  <a:srgbClr val="FFFF00"/>
                </a:solidFill>
              </a:rPr>
              <a:t>colour</a:t>
            </a:r>
            <a:r>
              <a:rPr lang="en-US" sz="2400" dirty="0">
                <a:solidFill>
                  <a:srgbClr val="FFFF00"/>
                </a:solidFill>
              </a:rPr>
              <a:t>.</a:t>
            </a:r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1139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7AA02-46DA-17B1-C145-F87AFBE69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A66A0-5B1D-F4A9-1D79-CFAFFD157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064" y="197106"/>
            <a:ext cx="9262155" cy="805543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Works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A04B4-32FD-45B0-3718-C3FBE16B577B}"/>
              </a:ext>
            </a:extLst>
          </p:cNvPr>
          <p:cNvSpPr txBox="1"/>
          <p:nvPr/>
        </p:nvSpPr>
        <p:spPr>
          <a:xfrm>
            <a:off x="870777" y="1279814"/>
            <a:ext cx="9644823" cy="4961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spcBef>
                <a:spcPts val="1800"/>
              </a:spcBef>
              <a:buFont typeface="+mj-lt"/>
              <a:buAutoNum type="arabicPeriod"/>
            </a:pPr>
            <a:r>
              <a:rPr lang="en-US" sz="2400" dirty="0"/>
              <a:t>Further improving Image Segmentation for better accuracy and runtime.</a:t>
            </a:r>
          </a:p>
          <a:p>
            <a:pPr marL="514350" indent="-514350" algn="just">
              <a:lnSpc>
                <a:spcPct val="200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2400" dirty="0"/>
              <a:t>DGHT for multiple offline queries.</a:t>
            </a:r>
          </a:p>
          <a:p>
            <a:pPr marL="514350" indent="-514350" algn="just">
              <a:spcBef>
                <a:spcPts val="1800"/>
              </a:spcBef>
              <a:buFont typeface="+mj-lt"/>
              <a:buAutoNum type="arabicPeriod"/>
            </a:pPr>
            <a:r>
              <a:rPr lang="en-US" sz="2400" dirty="0"/>
              <a:t>Theoretically determining beforehand, the no. of flow computations required in case of decreasing edge weights (DGHT).</a:t>
            </a:r>
          </a:p>
          <a:p>
            <a:pPr marL="514350" indent="-514350" algn="just">
              <a:spcBef>
                <a:spcPts val="1800"/>
              </a:spcBef>
              <a:buFont typeface="+mj-lt"/>
              <a:buAutoNum type="arabicPeriod"/>
            </a:pPr>
            <a:r>
              <a:rPr lang="en-US" sz="2400" dirty="0"/>
              <a:t>Exploring other applications such as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Network Reliability and Sensitivity Analysis.</a:t>
            </a:r>
          </a:p>
          <a:p>
            <a:pPr marL="514350" indent="-514350" algn="just">
              <a:lnSpc>
                <a:spcPct val="200000"/>
              </a:lnSpc>
              <a:spcBef>
                <a:spcPts val="1800"/>
              </a:spcBef>
              <a:buFont typeface="+mj-lt"/>
              <a:buAutoNum type="arabicPeriod"/>
            </a:pPr>
            <a:r>
              <a:rPr lang="en-US" sz="2400" dirty="0"/>
              <a:t>Improving DGHT for specific special graph types.</a:t>
            </a:r>
          </a:p>
        </p:txBody>
      </p:sp>
    </p:spTree>
    <p:extLst>
      <p:ext uri="{BB962C8B-B14F-4D97-AF65-F5344CB8AC3E}">
        <p14:creationId xmlns:p14="http://schemas.microsoft.com/office/powerpoint/2010/main" val="137379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0E65-38E1-1D41-7A5F-96AA9EB21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97972"/>
            <a:ext cx="9262155" cy="805543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References</a:t>
            </a:r>
            <a:endParaRPr lang="en-IN" sz="40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D9A8F9-CB81-F53A-233E-BE6B3DDE209E}"/>
              </a:ext>
            </a:extLst>
          </p:cNvPr>
          <p:cNvSpPr txBox="1"/>
          <p:nvPr/>
        </p:nvSpPr>
        <p:spPr>
          <a:xfrm>
            <a:off x="609600" y="1132116"/>
            <a:ext cx="9993085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00"/>
                </a:solidFill>
              </a:rPr>
              <a:t>L. R. FORD, JR. AND D. R. FULKERSON, </a:t>
            </a:r>
            <a:r>
              <a:rPr lang="en-US" sz="1900" dirty="0">
                <a:solidFill>
                  <a:srgbClr val="FFFF00"/>
                </a:solidFill>
                <a:hlinkClick r:id="rId2"/>
              </a:rPr>
              <a:t>Maximal flow through a network</a:t>
            </a:r>
            <a:r>
              <a:rPr lang="en-US" sz="1900" dirty="0">
                <a:solidFill>
                  <a:srgbClr val="FFFF00"/>
                </a:solidFill>
              </a:rPr>
              <a:t>, </a:t>
            </a:r>
            <a:r>
              <a:rPr lang="en-US" sz="1900" dirty="0" err="1">
                <a:solidFill>
                  <a:srgbClr val="FFFF00"/>
                </a:solidFill>
              </a:rPr>
              <a:t>Canad.J</a:t>
            </a:r>
            <a:r>
              <a:rPr lang="en-US" sz="1900" dirty="0">
                <a:solidFill>
                  <a:srgbClr val="FFFF00"/>
                </a:solidFill>
              </a:rPr>
              <a:t>. Math., 8 (1956), pp. 399-404</a:t>
            </a: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R.E. GOMORY AND Z. C. HU, </a:t>
            </a:r>
            <a:r>
              <a:rPr lang="en-US" sz="1900" dirty="0">
                <a:hlinkClick r:id="rId3"/>
              </a:rPr>
              <a:t>Multi-terminal network flows</a:t>
            </a:r>
            <a:r>
              <a:rPr lang="en-US" sz="1900" dirty="0"/>
              <a:t>, SIAM J. Appl. Math., 9 (1961), pp. 551-570</a:t>
            </a: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00"/>
                </a:solidFill>
              </a:rPr>
              <a:t>Dan Gusfield. </a:t>
            </a:r>
            <a:r>
              <a:rPr lang="en-US" sz="1900" dirty="0">
                <a:solidFill>
                  <a:srgbClr val="FFFF00"/>
                </a:solidFill>
                <a:hlinkClick r:id="rId4"/>
              </a:rPr>
              <a:t>Very simple methods for all pairs network flow analysis</a:t>
            </a:r>
            <a:r>
              <a:rPr lang="en-US" sz="1900" dirty="0">
                <a:solidFill>
                  <a:srgbClr val="FFFF00"/>
                </a:solidFill>
              </a:rPr>
              <a:t>. </a:t>
            </a:r>
            <a:r>
              <a:rPr lang="en-US" sz="1900" i="1" dirty="0">
                <a:solidFill>
                  <a:srgbClr val="FFFF00"/>
                </a:solidFill>
              </a:rPr>
              <a:t>SIAM Journal on </a:t>
            </a:r>
            <a:r>
              <a:rPr lang="en-IN" sz="1900" i="1" dirty="0">
                <a:solidFill>
                  <a:srgbClr val="FFFF00"/>
                </a:solidFill>
              </a:rPr>
              <a:t>Computing,</a:t>
            </a:r>
            <a:r>
              <a:rPr lang="en-IN" sz="1900" dirty="0">
                <a:solidFill>
                  <a:srgbClr val="FFFF00"/>
                </a:solidFill>
              </a:rPr>
              <a:t> 19(1):143-155, 1990</a:t>
            </a: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</a:pPr>
            <a:r>
              <a:rPr lang="en-IN" sz="1900" dirty="0"/>
              <a:t>Zhenyu Wu and Richard Leahy (1993) </a:t>
            </a:r>
            <a:r>
              <a:rPr lang="en-IN" sz="1900" dirty="0">
                <a:hlinkClick r:id="rId5"/>
              </a:rPr>
              <a:t>An optimal Graph Theoretic Approach to Data Clustering: Theory and its Application to Image segmentation</a:t>
            </a:r>
            <a:endParaRPr lang="en-US" sz="1900" dirty="0"/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</a:pPr>
            <a:r>
              <a:rPr lang="en-US" sz="1900" dirty="0">
                <a:solidFill>
                  <a:srgbClr val="FFFF00"/>
                </a:solidFill>
              </a:rPr>
              <a:t>Hartmann T, Wagner D (2013) </a:t>
            </a:r>
            <a:r>
              <a:rPr lang="en-US" sz="1900" dirty="0">
                <a:hlinkClick r:id="rId6"/>
              </a:rPr>
              <a:t>Dynamic Gomory–Hu tree construction—fast and simple.</a:t>
            </a:r>
            <a:endParaRPr lang="en-US" sz="1900" dirty="0"/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</a:pPr>
            <a:r>
              <a:rPr lang="en-US" sz="1900" dirty="0"/>
              <a:t>Tanja Hartmann (2014) </a:t>
            </a:r>
            <a:r>
              <a:rPr lang="en-US" sz="1900" dirty="0">
                <a:solidFill>
                  <a:srgbClr val="FFFF00"/>
                </a:solidFill>
                <a:hlinkClick r:id="rId7"/>
              </a:rPr>
              <a:t>Algorithms for graph connectivity and cut 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7612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80E65-38E1-1D41-7A5F-96AA9EB21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1783" y="2623458"/>
            <a:ext cx="8825658" cy="120831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  <a:endParaRPr lang="en-IN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67271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2658</TotalTime>
  <Words>933</Words>
  <Application>Microsoft Office PowerPoint</Application>
  <PresentationFormat>Widescreen</PresentationFormat>
  <Paragraphs>108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Cambria Math</vt:lpstr>
      <vt:lpstr>Century Gothic</vt:lpstr>
      <vt:lpstr>Wingdings</vt:lpstr>
      <vt:lpstr>Wingdings 3</vt:lpstr>
      <vt:lpstr>Ion</vt:lpstr>
      <vt:lpstr>Gomory-Hu Tree</vt:lpstr>
      <vt:lpstr>Table of Contents</vt:lpstr>
      <vt:lpstr>Gomory-Hu Tree</vt:lpstr>
      <vt:lpstr>Properties</vt:lpstr>
      <vt:lpstr>Dynamic Gomory-Hu Tree</vt:lpstr>
      <vt:lpstr>Applications</vt:lpstr>
      <vt:lpstr>Image Segmentation</vt:lpstr>
      <vt:lpstr>Step 1</vt:lpstr>
      <vt:lpstr>Step 2</vt:lpstr>
      <vt:lpstr>Step 3</vt:lpstr>
      <vt:lpstr>Step 4 (Condensation)</vt:lpstr>
      <vt:lpstr>PowerPoint Presentation</vt:lpstr>
      <vt:lpstr>Results</vt:lpstr>
      <vt:lpstr>Real-life Image – 1</vt:lpstr>
      <vt:lpstr>Improvement-1: Minimum Limit on Partition size</vt:lpstr>
      <vt:lpstr>Real-life Image – 2</vt:lpstr>
      <vt:lpstr>Improvement-2: Increasing neighborhood of edges</vt:lpstr>
      <vt:lpstr>Real-life Image – 3</vt:lpstr>
      <vt:lpstr>Execution Time Improvements</vt:lpstr>
      <vt:lpstr>Other Improvements</vt:lpstr>
      <vt:lpstr>Advantages</vt:lpstr>
      <vt:lpstr>Disadvantages</vt:lpstr>
      <vt:lpstr>Future Works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Vertex Cover</dc:title>
  <dc:creator>Soham Chakraborty</dc:creator>
  <cp:lastModifiedBy>Soham Chakraborty</cp:lastModifiedBy>
  <cp:revision>37</cp:revision>
  <dcterms:created xsi:type="dcterms:W3CDTF">2024-03-18T19:09:50Z</dcterms:created>
  <dcterms:modified xsi:type="dcterms:W3CDTF">2026-05-09T04:01:22Z</dcterms:modified>
</cp:coreProperties>
</file>